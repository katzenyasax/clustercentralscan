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3.xml" ContentType="application/vnd.openxmlformats-officedocument.presentationml.tags+xml"/>
  <Override PartName="/ppt/notesSlides/notesSlide1.xml" ContentType="application/vnd.openxmlformats-officedocument.presentationml.notesSlide+xml"/>
  <Override PartName="/ppt/tags/tag6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9" r:id="rId2"/>
    <p:sldId id="26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5" userDrawn="1">
          <p15:clr>
            <a:srgbClr val="A4A3A4"/>
          </p15:clr>
        </p15:guide>
        <p15:guide id="2" pos="39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414" y="48"/>
      </p:cViewPr>
      <p:guideLst>
        <p:guide orient="horz" pos="2255"/>
        <p:guide pos="392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8B1FE-FFBA-F9E9-C8BA-66FDCC151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4E3B75-2EF3-D407-AAA4-85D6B0D63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23FB60-2D8D-416A-79FD-7616590E349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680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D5236-1518-E234-5FE8-56F8EEA0D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2ED7BE-7FD8-150D-6B8F-F5B43E3CE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03882D-B4B6-01EF-CEF0-9E3E635BEF6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45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213AA-B012-3809-EC4C-A850723D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圆角矩形 229">
            <a:extLst>
              <a:ext uri="{FF2B5EF4-FFF2-40B4-BE49-F238E27FC236}">
                <a16:creationId xmlns:a16="http://schemas.microsoft.com/office/drawing/2014/main" id="{A68B0078-A4C8-8ABE-F61F-8D5D709788DA}"/>
              </a:ext>
            </a:extLst>
          </p:cNvPr>
          <p:cNvSpPr/>
          <p:nvPr/>
        </p:nvSpPr>
        <p:spPr>
          <a:xfrm>
            <a:off x="4533430" y="470535"/>
            <a:ext cx="2361882" cy="6003290"/>
          </a:xfrm>
          <a:prstGeom prst="roundRect">
            <a:avLst>
              <a:gd name="adj" fmla="val 3523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28575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</a:t>
            </a:r>
          </a:p>
        </p:txBody>
      </p:sp>
      <p:sp>
        <p:nvSpPr>
          <p:cNvPr id="107" name="圆角矩形 106">
            <a:extLst>
              <a:ext uri="{FF2B5EF4-FFF2-40B4-BE49-F238E27FC236}">
                <a16:creationId xmlns:a16="http://schemas.microsoft.com/office/drawing/2014/main" id="{78C4DC94-7C8C-2D37-CB71-9882D3A2BEFF}"/>
              </a:ext>
            </a:extLst>
          </p:cNvPr>
          <p:cNvSpPr/>
          <p:nvPr/>
        </p:nvSpPr>
        <p:spPr>
          <a:xfrm>
            <a:off x="562610" y="470535"/>
            <a:ext cx="3830320" cy="6003290"/>
          </a:xfrm>
          <a:prstGeom prst="roundRect">
            <a:avLst>
              <a:gd name="adj" fmla="val 3299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AD7BE47-2613-24A6-CF85-C0F557BCE2B8}"/>
              </a:ext>
            </a:extLst>
          </p:cNvPr>
          <p:cNvSpPr/>
          <p:nvPr/>
        </p:nvSpPr>
        <p:spPr>
          <a:xfrm>
            <a:off x="890994" y="2876774"/>
            <a:ext cx="818515" cy="3778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+mj-lt"/>
                <a:cs typeface="+mj-lt"/>
              </a:rPr>
              <a:t>Patch Merging</a:t>
            </a:r>
          </a:p>
        </p:txBody>
      </p:sp>
      <p:sp>
        <p:nvSpPr>
          <p:cNvPr id="31" name="圆角矩形 134">
            <a:extLst>
              <a:ext uri="{FF2B5EF4-FFF2-40B4-BE49-F238E27FC236}">
                <a16:creationId xmlns:a16="http://schemas.microsoft.com/office/drawing/2014/main" id="{6C0A7031-8109-787E-5FDB-99C7C2B5672F}"/>
              </a:ext>
            </a:extLst>
          </p:cNvPr>
          <p:cNvSpPr/>
          <p:nvPr/>
        </p:nvSpPr>
        <p:spPr>
          <a:xfrm>
            <a:off x="893534" y="1791558"/>
            <a:ext cx="818515" cy="37782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Conv Stem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6ACAF83-8CBF-8225-B4B6-3412999561B0}"/>
              </a:ext>
            </a:extLst>
          </p:cNvPr>
          <p:cNvSpPr/>
          <p:nvPr/>
        </p:nvSpPr>
        <p:spPr>
          <a:xfrm>
            <a:off x="3205797" y="5634671"/>
            <a:ext cx="818515" cy="377825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CS-CCSM</a:t>
            </a: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(</a:t>
            </a:r>
            <a:r>
              <a:rPr lang="en-US" altLang="zh-CN" sz="1000">
                <a:solidFill>
                  <a:srgbClr val="FF0000"/>
                </a:solidFill>
                <a:latin typeface="+mj-lt"/>
                <a:cs typeface="+mj-lt"/>
              </a:rPr>
              <a:t>K=2</a:t>
            </a:r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)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EF87C5C1-F7AC-C06E-47A8-885F8A8C9171}"/>
              </a:ext>
            </a:extLst>
          </p:cNvPr>
          <p:cNvSpPr/>
          <p:nvPr/>
        </p:nvSpPr>
        <p:spPr>
          <a:xfrm>
            <a:off x="890994" y="3961354"/>
            <a:ext cx="818515" cy="3778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+mj-lt"/>
                <a:cs typeface="+mj-lt"/>
              </a:rPr>
              <a:t>Patch Merging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E4D7B2D0-9DAD-ECB6-8E98-2821E97FD20C}"/>
              </a:ext>
            </a:extLst>
          </p:cNvPr>
          <p:cNvSpPr/>
          <p:nvPr/>
        </p:nvSpPr>
        <p:spPr>
          <a:xfrm>
            <a:off x="892899" y="4987514"/>
            <a:ext cx="818515" cy="3778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+mj-lt"/>
                <a:cs typeface="+mj-lt"/>
              </a:rPr>
              <a:t>Patch Merging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2A239E7D-5DFA-651F-1C93-6CB6EAC8044D}"/>
              </a:ext>
            </a:extLst>
          </p:cNvPr>
          <p:cNvSpPr/>
          <p:nvPr/>
        </p:nvSpPr>
        <p:spPr>
          <a:xfrm>
            <a:off x="1900816" y="4987334"/>
            <a:ext cx="818515" cy="3778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CCGAG</a:t>
            </a: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(</a:t>
            </a:r>
            <a:r>
              <a:rPr lang="en-US" altLang="zh-CN" sz="1000">
                <a:solidFill>
                  <a:srgbClr val="FF0000"/>
                </a:solidFill>
                <a:latin typeface="+mj-lt"/>
                <a:cs typeface="+mj-lt"/>
              </a:rPr>
              <a:t>K=2</a:t>
            </a:r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)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77446240-896A-3497-E816-0D3168772931}"/>
              </a:ext>
            </a:extLst>
          </p:cNvPr>
          <p:cNvSpPr/>
          <p:nvPr/>
        </p:nvSpPr>
        <p:spPr>
          <a:xfrm>
            <a:off x="1900644" y="6009640"/>
            <a:ext cx="818515" cy="37782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Bottleneck</a:t>
            </a: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74FBB632-D0B5-DD27-6CEE-F420717F5DA6}"/>
              </a:ext>
            </a:extLst>
          </p:cNvPr>
          <p:cNvSpPr/>
          <p:nvPr/>
        </p:nvSpPr>
        <p:spPr>
          <a:xfrm>
            <a:off x="3206121" y="4609190"/>
            <a:ext cx="818515" cy="377825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CS-CCSM</a:t>
            </a: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(</a:t>
            </a:r>
            <a:r>
              <a:rPr lang="en-US" altLang="zh-CN" sz="1000">
                <a:solidFill>
                  <a:srgbClr val="FF0000"/>
                </a:solidFill>
                <a:latin typeface="+mj-lt"/>
                <a:cs typeface="+mj-lt"/>
              </a:rPr>
              <a:t>K=4</a:t>
            </a:r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)</a:t>
            </a:r>
          </a:p>
        </p:txBody>
      </p:sp>
      <p:sp>
        <p:nvSpPr>
          <p:cNvPr id="56" name="圆角矩形 153">
            <a:extLst>
              <a:ext uri="{FF2B5EF4-FFF2-40B4-BE49-F238E27FC236}">
                <a16:creationId xmlns:a16="http://schemas.microsoft.com/office/drawing/2014/main" id="{04F6B042-FC35-C9E7-E68D-D505B859A631}"/>
              </a:ext>
            </a:extLst>
          </p:cNvPr>
          <p:cNvSpPr/>
          <p:nvPr/>
        </p:nvSpPr>
        <p:spPr>
          <a:xfrm>
            <a:off x="3206121" y="4987492"/>
            <a:ext cx="818515" cy="377825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  <a:latin typeface="+mj-lt"/>
                <a:cs typeface="+mj-lt"/>
              </a:rPr>
              <a:t>Patch Expanding</a:t>
            </a: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15022AB2-38EC-AF79-0D01-608497602DAA}"/>
              </a:ext>
            </a:extLst>
          </p:cNvPr>
          <p:cNvSpPr/>
          <p:nvPr/>
        </p:nvSpPr>
        <p:spPr>
          <a:xfrm>
            <a:off x="1900816" y="3961174"/>
            <a:ext cx="818515" cy="3778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CCGAG</a:t>
            </a: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(</a:t>
            </a:r>
            <a:r>
              <a:rPr lang="en-US" altLang="zh-CN" sz="1000">
                <a:solidFill>
                  <a:srgbClr val="FF0000"/>
                </a:solidFill>
                <a:latin typeface="+mj-lt"/>
                <a:cs typeface="+mj-lt"/>
              </a:rPr>
              <a:t>K=4</a:t>
            </a:r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)</a:t>
            </a:r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CFBF6A2C-6F31-43D2-05E5-F8B7C63E5BCB}"/>
              </a:ext>
            </a:extLst>
          </p:cNvPr>
          <p:cNvSpPr/>
          <p:nvPr/>
        </p:nvSpPr>
        <p:spPr>
          <a:xfrm>
            <a:off x="3206121" y="3583030"/>
            <a:ext cx="818515" cy="377825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CS-CCSM</a:t>
            </a: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(</a:t>
            </a:r>
            <a:r>
              <a:rPr lang="en-US" altLang="zh-CN" sz="1000">
                <a:solidFill>
                  <a:srgbClr val="FF0000"/>
                </a:solidFill>
                <a:latin typeface="+mj-lt"/>
                <a:cs typeface="+mj-lt"/>
              </a:rPr>
              <a:t>K=6</a:t>
            </a:r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)</a:t>
            </a:r>
          </a:p>
        </p:txBody>
      </p:sp>
      <p:sp>
        <p:nvSpPr>
          <p:cNvPr id="59" name="圆角矩形 153">
            <a:extLst>
              <a:ext uri="{FF2B5EF4-FFF2-40B4-BE49-F238E27FC236}">
                <a16:creationId xmlns:a16="http://schemas.microsoft.com/office/drawing/2014/main" id="{B798F458-235A-6514-C1D4-4A61B6CB9245}"/>
              </a:ext>
            </a:extLst>
          </p:cNvPr>
          <p:cNvSpPr/>
          <p:nvPr/>
        </p:nvSpPr>
        <p:spPr>
          <a:xfrm>
            <a:off x="3208661" y="3961332"/>
            <a:ext cx="818515" cy="377825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  <a:latin typeface="+mj-lt"/>
                <a:cs typeface="+mj-lt"/>
              </a:rPr>
              <a:t>Patch Expanding</a:t>
            </a:r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1FAE9CBF-7240-13E9-DE90-6D85C90A9A87}"/>
              </a:ext>
            </a:extLst>
          </p:cNvPr>
          <p:cNvSpPr/>
          <p:nvPr/>
        </p:nvSpPr>
        <p:spPr>
          <a:xfrm>
            <a:off x="1900816" y="2877229"/>
            <a:ext cx="818515" cy="3778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CCGAG</a:t>
            </a: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(</a:t>
            </a:r>
            <a:r>
              <a:rPr lang="en-US" altLang="zh-CN" sz="1000">
                <a:solidFill>
                  <a:srgbClr val="FF0000"/>
                </a:solidFill>
                <a:latin typeface="+mj-lt"/>
                <a:cs typeface="+mj-lt"/>
              </a:rPr>
              <a:t>K=6</a:t>
            </a:r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)</a:t>
            </a:r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95F9F2E8-2077-3C56-A6EE-C416BDA43FC8}"/>
              </a:ext>
            </a:extLst>
          </p:cNvPr>
          <p:cNvSpPr/>
          <p:nvPr/>
        </p:nvSpPr>
        <p:spPr>
          <a:xfrm>
            <a:off x="3208661" y="2498450"/>
            <a:ext cx="818515" cy="377825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CS-CCSM</a:t>
            </a: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(</a:t>
            </a:r>
            <a:r>
              <a:rPr lang="en-US" altLang="zh-CN" sz="1000">
                <a:solidFill>
                  <a:srgbClr val="FF0000"/>
                </a:solidFill>
                <a:latin typeface="+mj-lt"/>
                <a:cs typeface="+mj-lt"/>
              </a:rPr>
              <a:t>K=8</a:t>
            </a:r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)</a:t>
            </a:r>
          </a:p>
        </p:txBody>
      </p:sp>
      <p:sp>
        <p:nvSpPr>
          <p:cNvPr id="62" name="圆角矩形 153">
            <a:extLst>
              <a:ext uri="{FF2B5EF4-FFF2-40B4-BE49-F238E27FC236}">
                <a16:creationId xmlns:a16="http://schemas.microsoft.com/office/drawing/2014/main" id="{0D48D777-9ED1-852D-736B-CA47BF0B1833}"/>
              </a:ext>
            </a:extLst>
          </p:cNvPr>
          <p:cNvSpPr/>
          <p:nvPr/>
        </p:nvSpPr>
        <p:spPr>
          <a:xfrm>
            <a:off x="3208661" y="2876752"/>
            <a:ext cx="818515" cy="377825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  <a:latin typeface="+mj-lt"/>
                <a:cs typeface="+mj-lt"/>
              </a:rPr>
              <a:t>Patch Expanding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86DF56A4-AFC1-BF2F-224D-8EDEFCF4B81F}"/>
              </a:ext>
            </a:extLst>
          </p:cNvPr>
          <p:cNvSpPr/>
          <p:nvPr/>
        </p:nvSpPr>
        <p:spPr>
          <a:xfrm>
            <a:off x="1900816" y="1793284"/>
            <a:ext cx="818515" cy="3778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CCGAG</a:t>
            </a: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(</a:t>
            </a:r>
            <a:r>
              <a:rPr lang="en-US" altLang="zh-CN" sz="1000">
                <a:solidFill>
                  <a:srgbClr val="FF0000"/>
                </a:solidFill>
                <a:latin typeface="+mj-lt"/>
                <a:cs typeface="+mj-lt"/>
              </a:rPr>
              <a:t>K=8</a:t>
            </a:r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)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30C2FA5C-1278-A444-6D17-9B56988DFEAF}"/>
              </a:ext>
            </a:extLst>
          </p:cNvPr>
          <p:cNvCxnSpPr>
            <a:cxnSpLocks/>
            <a:stCxn id="31" idx="2"/>
            <a:endCxn id="14" idx="0"/>
          </p:cNvCxnSpPr>
          <p:nvPr/>
        </p:nvCxnSpPr>
        <p:spPr>
          <a:xfrm flipH="1">
            <a:off x="1299611" y="2169383"/>
            <a:ext cx="3181" cy="32752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E54CB4A0-82FE-D571-3E14-6108BE34987C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 flipH="1">
            <a:off x="1297706" y="3254599"/>
            <a:ext cx="2546" cy="3268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6E02B808-F5B8-F88F-6BC0-1B8C24BE36B0}"/>
              </a:ext>
            </a:extLst>
          </p:cNvPr>
          <p:cNvCxnSpPr>
            <a:cxnSpLocks/>
            <a:stCxn id="45" idx="2"/>
            <a:endCxn id="12" idx="0"/>
          </p:cNvCxnSpPr>
          <p:nvPr/>
        </p:nvCxnSpPr>
        <p:spPr>
          <a:xfrm>
            <a:off x="1300252" y="4339179"/>
            <a:ext cx="0" cy="2695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A6DD645-1EA4-020B-80BE-00B5B884C8C3}"/>
              </a:ext>
            </a:extLst>
          </p:cNvPr>
          <p:cNvCxnSpPr>
            <a:cxnSpLocks/>
            <a:stCxn id="47" idx="2"/>
            <a:endCxn id="2" idx="0"/>
          </p:cNvCxnSpPr>
          <p:nvPr/>
        </p:nvCxnSpPr>
        <p:spPr>
          <a:xfrm flipH="1">
            <a:off x="1300252" y="5365339"/>
            <a:ext cx="1905" cy="26987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圆角矩形 134">
            <a:extLst>
              <a:ext uri="{FF2B5EF4-FFF2-40B4-BE49-F238E27FC236}">
                <a16:creationId xmlns:a16="http://schemas.microsoft.com/office/drawing/2014/main" id="{2884BCB9-746D-99EF-606F-1EEAEAF6855B}"/>
              </a:ext>
            </a:extLst>
          </p:cNvPr>
          <p:cNvSpPr/>
          <p:nvPr/>
        </p:nvSpPr>
        <p:spPr>
          <a:xfrm>
            <a:off x="3206839" y="1792193"/>
            <a:ext cx="818515" cy="37782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cs typeface="+mn-lt"/>
              </a:rPr>
              <a:t>SH</a:t>
            </a:r>
          </a:p>
        </p:txBody>
      </p:sp>
      <p:sp>
        <p:nvSpPr>
          <p:cNvPr id="83" name="流程图: 或者 82">
            <a:extLst>
              <a:ext uri="{FF2B5EF4-FFF2-40B4-BE49-F238E27FC236}">
                <a16:creationId xmlns:a16="http://schemas.microsoft.com/office/drawing/2014/main" id="{08B6DB59-F0F1-F78B-8A55-5F82935421BE}"/>
              </a:ext>
            </a:extLst>
          </p:cNvPr>
          <p:cNvSpPr/>
          <p:nvPr/>
        </p:nvSpPr>
        <p:spPr>
          <a:xfrm>
            <a:off x="2862580" y="2966085"/>
            <a:ext cx="202565" cy="200025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2F9688F3-8EDD-F18D-6F6F-B7D0D4D16A31}"/>
              </a:ext>
            </a:extLst>
          </p:cNvPr>
          <p:cNvCxnSpPr>
            <a:stCxn id="8" idx="3"/>
            <a:endCxn id="60" idx="1"/>
          </p:cNvCxnSpPr>
          <p:nvPr/>
        </p:nvCxnSpPr>
        <p:spPr>
          <a:xfrm>
            <a:off x="1709509" y="3065686"/>
            <a:ext cx="191135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5F403992-F94E-1372-FBCE-E69D09DCA067}"/>
              </a:ext>
            </a:extLst>
          </p:cNvPr>
          <p:cNvCxnSpPr>
            <a:stCxn id="60" idx="3"/>
            <a:endCxn id="83" idx="2"/>
          </p:cNvCxnSpPr>
          <p:nvPr/>
        </p:nvCxnSpPr>
        <p:spPr>
          <a:xfrm>
            <a:off x="2719159" y="3066321"/>
            <a:ext cx="1435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6E7DD6CE-3F4C-220C-9B1E-B38FAD08747B}"/>
              </a:ext>
            </a:extLst>
          </p:cNvPr>
          <p:cNvCxnSpPr>
            <a:stCxn id="83" idx="6"/>
            <a:endCxn id="62" idx="1"/>
          </p:cNvCxnSpPr>
          <p:nvPr/>
        </p:nvCxnSpPr>
        <p:spPr>
          <a:xfrm flipV="1">
            <a:off x="3065234" y="3065686"/>
            <a:ext cx="143510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肘形连接符 88">
            <a:extLst>
              <a:ext uri="{FF2B5EF4-FFF2-40B4-BE49-F238E27FC236}">
                <a16:creationId xmlns:a16="http://schemas.microsoft.com/office/drawing/2014/main" id="{F7450781-8F34-E8DB-D094-E687AC703172}"/>
              </a:ext>
            </a:extLst>
          </p:cNvPr>
          <p:cNvCxnSpPr>
            <a:stCxn id="58" idx="1"/>
            <a:endCxn id="83" idx="4"/>
          </p:cNvCxnSpPr>
          <p:nvPr/>
        </p:nvCxnSpPr>
        <p:spPr>
          <a:xfrm rot="10800000">
            <a:off x="2964180" y="3166110"/>
            <a:ext cx="241935" cy="60642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流程图: 或者 89">
            <a:extLst>
              <a:ext uri="{FF2B5EF4-FFF2-40B4-BE49-F238E27FC236}">
                <a16:creationId xmlns:a16="http://schemas.microsoft.com/office/drawing/2014/main" id="{805306C8-8A6D-0B2C-B94B-92A514DF81C8}"/>
              </a:ext>
            </a:extLst>
          </p:cNvPr>
          <p:cNvSpPr/>
          <p:nvPr/>
        </p:nvSpPr>
        <p:spPr>
          <a:xfrm>
            <a:off x="2868295" y="4050030"/>
            <a:ext cx="202565" cy="200025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流程图: 或者 90">
            <a:extLst>
              <a:ext uri="{FF2B5EF4-FFF2-40B4-BE49-F238E27FC236}">
                <a16:creationId xmlns:a16="http://schemas.microsoft.com/office/drawing/2014/main" id="{33E8DE0C-34DE-44AF-4098-359AC43DFAB4}"/>
              </a:ext>
            </a:extLst>
          </p:cNvPr>
          <p:cNvSpPr/>
          <p:nvPr/>
        </p:nvSpPr>
        <p:spPr>
          <a:xfrm>
            <a:off x="2861310" y="1882140"/>
            <a:ext cx="202565" cy="200025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流程图: 或者 91">
            <a:extLst>
              <a:ext uri="{FF2B5EF4-FFF2-40B4-BE49-F238E27FC236}">
                <a16:creationId xmlns:a16="http://schemas.microsoft.com/office/drawing/2014/main" id="{34A6938C-38EC-BFFD-A6FC-C4644A516A69}"/>
              </a:ext>
            </a:extLst>
          </p:cNvPr>
          <p:cNvSpPr/>
          <p:nvPr/>
        </p:nvSpPr>
        <p:spPr>
          <a:xfrm>
            <a:off x="2868295" y="5076825"/>
            <a:ext cx="202565" cy="200025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肘形连接符 92">
            <a:extLst>
              <a:ext uri="{FF2B5EF4-FFF2-40B4-BE49-F238E27FC236}">
                <a16:creationId xmlns:a16="http://schemas.microsoft.com/office/drawing/2014/main" id="{1E2BEEE5-3E23-1136-8628-B035FB0F7FD9}"/>
              </a:ext>
            </a:extLst>
          </p:cNvPr>
          <p:cNvCxnSpPr>
            <a:stCxn id="34" idx="1"/>
            <a:endCxn id="92" idx="4"/>
          </p:cNvCxnSpPr>
          <p:nvPr/>
        </p:nvCxnSpPr>
        <p:spPr>
          <a:xfrm rot="10800000">
            <a:off x="2969579" y="5276850"/>
            <a:ext cx="236219" cy="546734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BA0B5779-A9C5-BBCB-C155-361090AF3C36}"/>
              </a:ext>
            </a:extLst>
          </p:cNvPr>
          <p:cNvCxnSpPr>
            <a:stCxn id="45" idx="3"/>
            <a:endCxn id="57" idx="1"/>
          </p:cNvCxnSpPr>
          <p:nvPr/>
        </p:nvCxnSpPr>
        <p:spPr>
          <a:xfrm>
            <a:off x="1709509" y="4150266"/>
            <a:ext cx="1911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51FFEAD6-1FE6-9901-B12C-178767B88C31}"/>
              </a:ext>
            </a:extLst>
          </p:cNvPr>
          <p:cNvCxnSpPr>
            <a:stCxn id="53" idx="1"/>
            <a:endCxn id="90" idx="4"/>
          </p:cNvCxnSpPr>
          <p:nvPr/>
        </p:nvCxnSpPr>
        <p:spPr>
          <a:xfrm rot="10800000">
            <a:off x="2969895" y="4249420"/>
            <a:ext cx="236220" cy="54800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肘形连接符 95">
            <a:extLst>
              <a:ext uri="{FF2B5EF4-FFF2-40B4-BE49-F238E27FC236}">
                <a16:creationId xmlns:a16="http://schemas.microsoft.com/office/drawing/2014/main" id="{12EE2EDF-4C6F-9718-600C-36465B1089EF}"/>
              </a:ext>
            </a:extLst>
          </p:cNvPr>
          <p:cNvCxnSpPr>
            <a:stCxn id="61" idx="1"/>
            <a:endCxn id="91" idx="4"/>
          </p:cNvCxnSpPr>
          <p:nvPr/>
        </p:nvCxnSpPr>
        <p:spPr>
          <a:xfrm rot="10800000">
            <a:off x="2962275" y="2081530"/>
            <a:ext cx="245745" cy="60515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B57E9571-DB90-B3E4-87B9-0AD7FCABF47D}"/>
              </a:ext>
            </a:extLst>
          </p:cNvPr>
          <p:cNvCxnSpPr>
            <a:stCxn id="91" idx="6"/>
            <a:endCxn id="77" idx="1"/>
          </p:cNvCxnSpPr>
          <p:nvPr/>
        </p:nvCxnSpPr>
        <p:spPr>
          <a:xfrm flipV="1">
            <a:off x="3063964" y="1981106"/>
            <a:ext cx="142875" cy="12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9DD05A15-4757-C328-5A2C-0052783B45C8}"/>
              </a:ext>
            </a:extLst>
          </p:cNvPr>
          <p:cNvCxnSpPr>
            <a:stCxn id="63" idx="3"/>
          </p:cNvCxnSpPr>
          <p:nvPr/>
        </p:nvCxnSpPr>
        <p:spPr>
          <a:xfrm>
            <a:off x="2719159" y="1982376"/>
            <a:ext cx="1638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6DF68745-4873-79B4-9C24-B7DB9E04704D}"/>
              </a:ext>
            </a:extLst>
          </p:cNvPr>
          <p:cNvCxnSpPr>
            <a:stCxn id="31" idx="3"/>
            <a:endCxn id="63" idx="1"/>
          </p:cNvCxnSpPr>
          <p:nvPr/>
        </p:nvCxnSpPr>
        <p:spPr>
          <a:xfrm>
            <a:off x="1712049" y="1980471"/>
            <a:ext cx="188595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65D11785-DC27-3A1D-77F2-C47F6BF9DF26}"/>
              </a:ext>
            </a:extLst>
          </p:cNvPr>
          <p:cNvCxnSpPr>
            <a:stCxn id="57" idx="3"/>
            <a:endCxn id="90" idx="2"/>
          </p:cNvCxnSpPr>
          <p:nvPr/>
        </p:nvCxnSpPr>
        <p:spPr>
          <a:xfrm>
            <a:off x="2719159" y="4150266"/>
            <a:ext cx="1492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2596B295-1347-5F42-FDFD-B21E1A3387DB}"/>
              </a:ext>
            </a:extLst>
          </p:cNvPr>
          <p:cNvCxnSpPr>
            <a:stCxn id="47" idx="3"/>
            <a:endCxn id="50" idx="1"/>
          </p:cNvCxnSpPr>
          <p:nvPr/>
        </p:nvCxnSpPr>
        <p:spPr>
          <a:xfrm>
            <a:off x="1711414" y="5176426"/>
            <a:ext cx="1892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2258BBC8-B21F-9607-10C8-4C3CC565EB4D}"/>
              </a:ext>
            </a:extLst>
          </p:cNvPr>
          <p:cNvCxnSpPr>
            <a:stCxn id="50" idx="3"/>
            <a:endCxn id="92" idx="2"/>
          </p:cNvCxnSpPr>
          <p:nvPr/>
        </p:nvCxnSpPr>
        <p:spPr>
          <a:xfrm>
            <a:off x="2719159" y="5176426"/>
            <a:ext cx="149225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EFBC0751-96D2-DDD3-F70A-CBF84D278BA7}"/>
              </a:ext>
            </a:extLst>
          </p:cNvPr>
          <p:cNvCxnSpPr>
            <a:stCxn id="92" idx="6"/>
            <a:endCxn id="56" idx="1"/>
          </p:cNvCxnSpPr>
          <p:nvPr/>
        </p:nvCxnSpPr>
        <p:spPr>
          <a:xfrm flipV="1">
            <a:off x="3070949" y="5176426"/>
            <a:ext cx="135255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DB48ACE7-40EF-EE48-4539-438E9B5F90B6}"/>
              </a:ext>
            </a:extLst>
          </p:cNvPr>
          <p:cNvCxnSpPr>
            <a:stCxn id="90" idx="6"/>
            <a:endCxn id="59" idx="1"/>
          </p:cNvCxnSpPr>
          <p:nvPr/>
        </p:nvCxnSpPr>
        <p:spPr>
          <a:xfrm>
            <a:off x="3070949" y="4150266"/>
            <a:ext cx="13779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" name="流程图: 内部贮存 109">
            <a:extLst>
              <a:ext uri="{FF2B5EF4-FFF2-40B4-BE49-F238E27FC236}">
                <a16:creationId xmlns:a16="http://schemas.microsoft.com/office/drawing/2014/main" id="{511315A2-FABC-D659-9AAE-0D0110B8FC69}"/>
              </a:ext>
            </a:extLst>
          </p:cNvPr>
          <p:cNvSpPr/>
          <p:nvPr/>
        </p:nvSpPr>
        <p:spPr>
          <a:xfrm>
            <a:off x="1002403" y="948050"/>
            <a:ext cx="600744" cy="572590"/>
          </a:xfrm>
          <a:prstGeom prst="flowChartInternalStorag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+mj-lt"/>
                <a:cs typeface="+mj-lt"/>
              </a:rPr>
              <a:t>Input</a:t>
            </a:r>
          </a:p>
        </p:txBody>
      </p:sp>
      <p:sp>
        <p:nvSpPr>
          <p:cNvPr id="111" name="流程图: 内部贮存 110">
            <a:extLst>
              <a:ext uri="{FF2B5EF4-FFF2-40B4-BE49-F238E27FC236}">
                <a16:creationId xmlns:a16="http://schemas.microsoft.com/office/drawing/2014/main" id="{8D919A65-EDCA-391C-2605-99281F6A3BDD}"/>
              </a:ext>
            </a:extLst>
          </p:cNvPr>
          <p:cNvSpPr/>
          <p:nvPr/>
        </p:nvSpPr>
        <p:spPr>
          <a:xfrm>
            <a:off x="3314700" y="952500"/>
            <a:ext cx="600710" cy="568325"/>
          </a:xfrm>
          <a:prstGeom prst="flowChartInternalStorag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>
                <a:solidFill>
                  <a:schemeClr val="tx1"/>
                </a:solidFill>
                <a:latin typeface="+mj-lt"/>
                <a:cs typeface="+mj-lt"/>
              </a:rPr>
              <a:t>Output</a:t>
            </a:r>
            <a:endParaRPr lang="en-US" altLang="zh-CN" sz="700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FC93D9EE-83E8-9ADF-E24E-0E6FC5128D86}"/>
              </a:ext>
            </a:extLst>
          </p:cNvPr>
          <p:cNvCxnSpPr>
            <a:stCxn id="110" idx="2"/>
            <a:endCxn id="31" idx="0"/>
          </p:cNvCxnSpPr>
          <p:nvPr/>
        </p:nvCxnSpPr>
        <p:spPr>
          <a:xfrm>
            <a:off x="1303109" y="1520731"/>
            <a:ext cx="0" cy="2705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A3F613CD-95D9-C682-2B44-E8F002DC2094}"/>
              </a:ext>
            </a:extLst>
          </p:cNvPr>
          <p:cNvCxnSpPr>
            <a:stCxn id="77" idx="0"/>
            <a:endCxn id="111" idx="2"/>
          </p:cNvCxnSpPr>
          <p:nvPr/>
        </p:nvCxnSpPr>
        <p:spPr>
          <a:xfrm flipH="1" flipV="1">
            <a:off x="3615144" y="1520731"/>
            <a:ext cx="1270" cy="2711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88FC64C-C3E1-5A94-474A-BC90CBC5E353}"/>
              </a:ext>
            </a:extLst>
          </p:cNvPr>
          <p:cNvSpPr txBox="1"/>
          <p:nvPr/>
        </p:nvSpPr>
        <p:spPr>
          <a:xfrm>
            <a:off x="4549122" y="597708"/>
            <a:ext cx="1156580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600">
                <a:latin typeface="+mj-lt"/>
                <a:cs typeface="+mj-lt"/>
              </a:rPr>
              <a:t>(b) CCSM</a:t>
            </a:r>
            <a:endParaRPr lang="zh-CN" altLang="en-US" sz="1600">
              <a:latin typeface="+mj-lt"/>
              <a:cs typeface="+mj-lt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C2D355C6-5092-DC9D-3D83-538BBBE718C8}"/>
              </a:ext>
            </a:extLst>
          </p:cNvPr>
          <p:cNvSpPr txBox="1"/>
          <p:nvPr/>
        </p:nvSpPr>
        <p:spPr>
          <a:xfrm>
            <a:off x="1302385" y="567690"/>
            <a:ext cx="22733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>
                <a:cs typeface="+mn-lt"/>
              </a:rPr>
              <a:t>(a) overview</a:t>
            </a:r>
          </a:p>
        </p:txBody>
      </p:sp>
      <p:sp>
        <p:nvSpPr>
          <p:cNvPr id="118" name="圆角矩形 134">
            <a:extLst>
              <a:ext uri="{FF2B5EF4-FFF2-40B4-BE49-F238E27FC236}">
                <a16:creationId xmlns:a16="http://schemas.microsoft.com/office/drawing/2014/main" id="{0F901F12-73DB-D841-2144-B84C8CF57BFE}"/>
              </a:ext>
            </a:extLst>
          </p:cNvPr>
          <p:cNvSpPr/>
          <p:nvPr/>
        </p:nvSpPr>
        <p:spPr>
          <a:xfrm>
            <a:off x="5583070" y="1019750"/>
            <a:ext cx="613410" cy="1854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Norm</a:t>
            </a:r>
          </a:p>
        </p:txBody>
      </p:sp>
      <p:sp>
        <p:nvSpPr>
          <p:cNvPr id="120" name="圆角矩形 134">
            <a:extLst>
              <a:ext uri="{FF2B5EF4-FFF2-40B4-BE49-F238E27FC236}">
                <a16:creationId xmlns:a16="http://schemas.microsoft.com/office/drawing/2014/main" id="{59833B55-6486-EF5D-FB6F-D7ADE33F5167}"/>
              </a:ext>
            </a:extLst>
          </p:cNvPr>
          <p:cNvSpPr/>
          <p:nvPr/>
        </p:nvSpPr>
        <p:spPr>
          <a:xfrm>
            <a:off x="5583388" y="1207393"/>
            <a:ext cx="613410" cy="1854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MLP</a:t>
            </a:r>
          </a:p>
        </p:txBody>
      </p:sp>
      <p:sp>
        <p:nvSpPr>
          <p:cNvPr id="123" name="圆角矩形 134">
            <a:extLst>
              <a:ext uri="{FF2B5EF4-FFF2-40B4-BE49-F238E27FC236}">
                <a16:creationId xmlns:a16="http://schemas.microsoft.com/office/drawing/2014/main" id="{CD9B94E4-38D7-60B8-8665-016CF6624A55}"/>
              </a:ext>
            </a:extLst>
          </p:cNvPr>
          <p:cNvSpPr/>
          <p:nvPr/>
        </p:nvSpPr>
        <p:spPr>
          <a:xfrm>
            <a:off x="5583477" y="1397260"/>
            <a:ext cx="613410" cy="1854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DWC</a:t>
            </a:r>
          </a:p>
        </p:txBody>
      </p:sp>
      <p:sp>
        <p:nvSpPr>
          <p:cNvPr id="125" name="圆角矩形 134">
            <a:extLst>
              <a:ext uri="{FF2B5EF4-FFF2-40B4-BE49-F238E27FC236}">
                <a16:creationId xmlns:a16="http://schemas.microsoft.com/office/drawing/2014/main" id="{BE1827C4-C19F-1249-ECC8-C7622F96A548}"/>
              </a:ext>
            </a:extLst>
          </p:cNvPr>
          <p:cNvSpPr/>
          <p:nvPr/>
        </p:nvSpPr>
        <p:spPr>
          <a:xfrm>
            <a:off x="5583070" y="1584569"/>
            <a:ext cx="613410" cy="1854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SiLU</a:t>
            </a:r>
          </a:p>
        </p:txBody>
      </p:sp>
      <p:sp>
        <p:nvSpPr>
          <p:cNvPr id="126" name="圆角矩形 134">
            <a:extLst>
              <a:ext uri="{FF2B5EF4-FFF2-40B4-BE49-F238E27FC236}">
                <a16:creationId xmlns:a16="http://schemas.microsoft.com/office/drawing/2014/main" id="{7F13A0DA-FDBF-988B-036E-1996E61AB789}"/>
              </a:ext>
            </a:extLst>
          </p:cNvPr>
          <p:cNvSpPr/>
          <p:nvPr/>
        </p:nvSpPr>
        <p:spPr>
          <a:xfrm>
            <a:off x="5191607" y="1892772"/>
            <a:ext cx="1319103" cy="827732"/>
          </a:xfrm>
          <a:prstGeom prst="roundRect">
            <a:avLst>
              <a:gd name="adj" fmla="val 5544"/>
            </a:avLst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127" name="圆角矩形 134">
            <a:extLst>
              <a:ext uri="{FF2B5EF4-FFF2-40B4-BE49-F238E27FC236}">
                <a16:creationId xmlns:a16="http://schemas.microsoft.com/office/drawing/2014/main" id="{0792EE2E-872B-35B2-AEC3-AED21BA54441}"/>
              </a:ext>
            </a:extLst>
          </p:cNvPr>
          <p:cNvSpPr/>
          <p:nvPr/>
        </p:nvSpPr>
        <p:spPr>
          <a:xfrm>
            <a:off x="5190074" y="2850167"/>
            <a:ext cx="1319103" cy="1045660"/>
          </a:xfrm>
          <a:prstGeom prst="roundRect">
            <a:avLst>
              <a:gd name="adj" fmla="val 8217"/>
            </a:avLst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132" name="圆角矩形 134">
            <a:extLst>
              <a:ext uri="{FF2B5EF4-FFF2-40B4-BE49-F238E27FC236}">
                <a16:creationId xmlns:a16="http://schemas.microsoft.com/office/drawing/2014/main" id="{B48C97D6-F5DC-0B62-639C-FCC47AEE472F}"/>
              </a:ext>
            </a:extLst>
          </p:cNvPr>
          <p:cNvSpPr/>
          <p:nvPr/>
        </p:nvSpPr>
        <p:spPr>
          <a:xfrm>
            <a:off x="5519419" y="5076825"/>
            <a:ext cx="613410" cy="1854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Norm</a:t>
            </a:r>
          </a:p>
        </p:txBody>
      </p:sp>
      <p:sp>
        <p:nvSpPr>
          <p:cNvPr id="137" name="圆角矩形 134">
            <a:extLst>
              <a:ext uri="{FF2B5EF4-FFF2-40B4-BE49-F238E27FC236}">
                <a16:creationId xmlns:a16="http://schemas.microsoft.com/office/drawing/2014/main" id="{ECF135E4-5F8E-DFB8-BA11-1C98BCEBE7E6}"/>
              </a:ext>
            </a:extLst>
          </p:cNvPr>
          <p:cNvSpPr/>
          <p:nvPr/>
        </p:nvSpPr>
        <p:spPr>
          <a:xfrm rot="16200000">
            <a:off x="4437648" y="3632037"/>
            <a:ext cx="613410" cy="1854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MLP</a:t>
            </a:r>
          </a:p>
        </p:txBody>
      </p:sp>
      <p:sp>
        <p:nvSpPr>
          <p:cNvPr id="138" name="流程图: 联系 137">
            <a:extLst>
              <a:ext uri="{FF2B5EF4-FFF2-40B4-BE49-F238E27FC236}">
                <a16:creationId xmlns:a16="http://schemas.microsoft.com/office/drawing/2014/main" id="{61E8732A-D6C2-E6C9-3331-494A0DCC6D85}"/>
              </a:ext>
            </a:extLst>
          </p:cNvPr>
          <p:cNvSpPr/>
          <p:nvPr/>
        </p:nvSpPr>
        <p:spPr>
          <a:xfrm>
            <a:off x="5705702" y="5560537"/>
            <a:ext cx="240665" cy="250825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·</a:t>
            </a:r>
          </a:p>
        </p:txBody>
      </p:sp>
      <p:sp>
        <p:nvSpPr>
          <p:cNvPr id="146" name="圆角矩形 134">
            <a:extLst>
              <a:ext uri="{FF2B5EF4-FFF2-40B4-BE49-F238E27FC236}">
                <a16:creationId xmlns:a16="http://schemas.microsoft.com/office/drawing/2014/main" id="{9C678206-642C-D9E7-CAEF-866C1A2D4037}"/>
              </a:ext>
            </a:extLst>
          </p:cNvPr>
          <p:cNvSpPr/>
          <p:nvPr/>
        </p:nvSpPr>
        <p:spPr>
          <a:xfrm>
            <a:off x="5519330" y="5262339"/>
            <a:ext cx="613410" cy="1854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SiLU</a:t>
            </a:r>
          </a:p>
        </p:txBody>
      </p:sp>
      <p:sp>
        <p:nvSpPr>
          <p:cNvPr id="147" name="圆角矩形 134">
            <a:extLst>
              <a:ext uri="{FF2B5EF4-FFF2-40B4-BE49-F238E27FC236}">
                <a16:creationId xmlns:a16="http://schemas.microsoft.com/office/drawing/2014/main" id="{883BD03E-1584-935C-C230-3F1A33A972A3}"/>
              </a:ext>
            </a:extLst>
          </p:cNvPr>
          <p:cNvSpPr/>
          <p:nvPr/>
        </p:nvSpPr>
        <p:spPr>
          <a:xfrm>
            <a:off x="5519330" y="5926521"/>
            <a:ext cx="613410" cy="1854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MLP</a:t>
            </a:r>
          </a:p>
        </p:txBody>
      </p:sp>
      <p:cxnSp>
        <p:nvCxnSpPr>
          <p:cNvPr id="228" name="直接箭头连接符 227">
            <a:extLst>
              <a:ext uri="{FF2B5EF4-FFF2-40B4-BE49-F238E27FC236}">
                <a16:creationId xmlns:a16="http://schemas.microsoft.com/office/drawing/2014/main" id="{855D1A78-0BCB-78FC-1F39-805D9AEC8337}"/>
              </a:ext>
            </a:extLst>
          </p:cNvPr>
          <p:cNvCxnSpPr>
            <a:cxnSpLocks/>
            <a:endCxn id="118" idx="0"/>
          </p:cNvCxnSpPr>
          <p:nvPr/>
        </p:nvCxnSpPr>
        <p:spPr>
          <a:xfrm flipH="1">
            <a:off x="5889775" y="878540"/>
            <a:ext cx="89" cy="1412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3CEDEAF3-F769-18A3-EFF7-D3C24F73ACB6}"/>
                  </a:ext>
                </a:extLst>
              </p:cNvPr>
              <p:cNvSpPr txBox="1"/>
              <p:nvPr/>
            </p:nvSpPr>
            <p:spPr>
              <a:xfrm>
                <a:off x="1325997" y="5334927"/>
                <a:ext cx="852805" cy="33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zh-CN" sz="10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a:rPr lang="en-US" altLang="zh-CN" sz="10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US" altLang="zh-CN" sz="10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0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</m:t>
                    </m:r>
                  </m:oMath>
                </a14:m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 xmlns="">
          <p:sp>
            <p:nvSpPr>
              <p:cNvPr id="231" name="文本框 2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997" y="5334927"/>
                <a:ext cx="852805" cy="330835"/>
              </a:xfrm>
              <a:prstGeom prst="rect">
                <a:avLst/>
              </a:prstGeom>
              <a:blipFill rotWithShape="1">
                <a:blip r:embed="rId4"/>
                <a:stretch>
                  <a:fillRect l="-14" t="-88" r="14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064F4F8D-5BBC-4E89-B444-9222183CA9D6}"/>
                  </a:ext>
                </a:extLst>
              </p:cNvPr>
              <p:cNvSpPr txBox="1"/>
              <p:nvPr/>
            </p:nvSpPr>
            <p:spPr>
              <a:xfrm>
                <a:off x="1325960" y="4308290"/>
                <a:ext cx="873760" cy="33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zh-CN" sz="10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sz="10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US" altLang="zh-CN" sz="10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0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4C</a:t>
                </a:r>
              </a:p>
            </p:txBody>
          </p:sp>
        </mc:Choice>
        <mc:Fallback xmlns="">
          <p:sp>
            <p:nvSpPr>
              <p:cNvPr id="232" name="文本框 2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960" y="4308290"/>
                <a:ext cx="873760" cy="330835"/>
              </a:xfrm>
              <a:prstGeom prst="rect">
                <a:avLst/>
              </a:prstGeom>
              <a:blipFill rotWithShape="1">
                <a:blip r:embed="rId5"/>
                <a:stretch>
                  <a:fillRect l="-9" t="-136" r="9" b="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C961FC8B-9B00-A48D-EC4D-3526F076FB77}"/>
                  </a:ext>
                </a:extLst>
              </p:cNvPr>
              <p:cNvSpPr txBox="1"/>
              <p:nvPr/>
            </p:nvSpPr>
            <p:spPr>
              <a:xfrm>
                <a:off x="1335127" y="3248646"/>
                <a:ext cx="786765" cy="307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zh-CN" sz="10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sz="10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US" altLang="zh-CN" sz="10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charset="0"/>
                    <a:ea typeface="Cambria Math" panose="02040503050406030204" pitchFamily="18" charset="0"/>
                    <a:cs typeface="Times New Roman" panose="020206030504050203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0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2C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 xmlns="">
          <p:sp>
            <p:nvSpPr>
              <p:cNvPr id="233" name="文本框 2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127" y="3248646"/>
                <a:ext cx="786765" cy="307975"/>
              </a:xfrm>
              <a:prstGeom prst="rect">
                <a:avLst/>
              </a:prstGeom>
              <a:blipFill rotWithShape="1">
                <a:blip r:embed="rId6"/>
                <a:stretch>
                  <a:fillRect l="-45" t="-202" r="45" b="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FCA0D591-00C2-BDE2-ECB7-B2C9692D0C87}"/>
                  </a:ext>
                </a:extLst>
              </p:cNvPr>
              <p:cNvSpPr txBox="1"/>
              <p:nvPr/>
            </p:nvSpPr>
            <p:spPr>
              <a:xfrm>
                <a:off x="1326097" y="2168510"/>
                <a:ext cx="742315" cy="3302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zh-CN" sz="10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10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US" altLang="zh-CN" sz="10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0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 xmlns="">
          <p:sp>
            <p:nvSpPr>
              <p:cNvPr id="234" name="文本框 2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097" y="2168510"/>
                <a:ext cx="742315" cy="330200"/>
              </a:xfrm>
              <a:prstGeom prst="rect">
                <a:avLst/>
              </a:prstGeom>
              <a:blipFill rotWithShape="1">
                <a:blip r:embed="rId7"/>
                <a:stretch>
                  <a:fillRect l="-29" t="-188" r="29" b="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5" name="肘形连接符 234">
            <a:extLst>
              <a:ext uri="{FF2B5EF4-FFF2-40B4-BE49-F238E27FC236}">
                <a16:creationId xmlns:a16="http://schemas.microsoft.com/office/drawing/2014/main" id="{1F3A4159-0B30-D829-2705-10A60DF2CFB9}"/>
              </a:ext>
            </a:extLst>
          </p:cNvPr>
          <p:cNvCxnSpPr>
            <a:cxnSpLocks/>
            <a:stCxn id="2" idx="2"/>
            <a:endCxn id="52" idx="1"/>
          </p:cNvCxnSpPr>
          <p:nvPr/>
        </p:nvCxnSpPr>
        <p:spPr>
          <a:xfrm rot="16200000" flipH="1">
            <a:off x="1507691" y="5805599"/>
            <a:ext cx="185515" cy="60039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6" name="肘形连接符 235">
            <a:extLst>
              <a:ext uri="{FF2B5EF4-FFF2-40B4-BE49-F238E27FC236}">
                <a16:creationId xmlns:a16="http://schemas.microsoft.com/office/drawing/2014/main" id="{162C4E0C-DC6C-5354-2FB9-284516EE7C5D}"/>
              </a:ext>
            </a:extLst>
          </p:cNvPr>
          <p:cNvCxnSpPr>
            <a:stCxn id="52" idx="3"/>
            <a:endCxn id="34" idx="2"/>
          </p:cNvCxnSpPr>
          <p:nvPr/>
        </p:nvCxnSpPr>
        <p:spPr>
          <a:xfrm flipV="1">
            <a:off x="2719159" y="6012496"/>
            <a:ext cx="895896" cy="186057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圆角矩形 33">
            <a:extLst>
              <a:ext uri="{FF2B5EF4-FFF2-40B4-BE49-F238E27FC236}">
                <a16:creationId xmlns:a16="http://schemas.microsoft.com/office/drawing/2014/main" id="{2502D19B-AB61-9280-B459-49D8E3280A89}"/>
              </a:ext>
            </a:extLst>
          </p:cNvPr>
          <p:cNvSpPr/>
          <p:nvPr/>
        </p:nvSpPr>
        <p:spPr>
          <a:xfrm>
            <a:off x="890994" y="5635213"/>
            <a:ext cx="818515" cy="37782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CCSM*2</a:t>
            </a: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(</a:t>
            </a:r>
            <a:r>
              <a:rPr lang="en-US" altLang="zh-CN" sz="1000">
                <a:solidFill>
                  <a:srgbClr val="FF0000"/>
                </a:solidFill>
                <a:latin typeface="+mj-lt"/>
                <a:cs typeface="+mj-lt"/>
              </a:rPr>
              <a:t>K=2</a:t>
            </a:r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)</a:t>
            </a:r>
          </a:p>
        </p:txBody>
      </p:sp>
      <p:sp>
        <p:nvSpPr>
          <p:cNvPr id="12" name="圆角矩形 33">
            <a:extLst>
              <a:ext uri="{FF2B5EF4-FFF2-40B4-BE49-F238E27FC236}">
                <a16:creationId xmlns:a16="http://schemas.microsoft.com/office/drawing/2014/main" id="{85C5727D-4BF6-8121-D9D1-700967FBE620}"/>
              </a:ext>
            </a:extLst>
          </p:cNvPr>
          <p:cNvSpPr/>
          <p:nvPr/>
        </p:nvSpPr>
        <p:spPr>
          <a:xfrm>
            <a:off x="890994" y="4608736"/>
            <a:ext cx="818515" cy="37782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CCSM*8</a:t>
            </a: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(</a:t>
            </a:r>
            <a:r>
              <a:rPr lang="en-US" altLang="zh-CN" sz="1000">
                <a:solidFill>
                  <a:srgbClr val="FF0000"/>
                </a:solidFill>
                <a:latin typeface="+mj-lt"/>
                <a:cs typeface="+mj-lt"/>
              </a:rPr>
              <a:t>K=6</a:t>
            </a:r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)</a:t>
            </a:r>
          </a:p>
        </p:txBody>
      </p:sp>
      <p:sp>
        <p:nvSpPr>
          <p:cNvPr id="14" name="圆角矩形 33">
            <a:extLst>
              <a:ext uri="{FF2B5EF4-FFF2-40B4-BE49-F238E27FC236}">
                <a16:creationId xmlns:a16="http://schemas.microsoft.com/office/drawing/2014/main" id="{608D3F76-9FA8-6D7A-73D4-0CD96EADC700}"/>
              </a:ext>
            </a:extLst>
          </p:cNvPr>
          <p:cNvSpPr/>
          <p:nvPr/>
        </p:nvSpPr>
        <p:spPr>
          <a:xfrm>
            <a:off x="890353" y="2496905"/>
            <a:ext cx="818515" cy="37782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CCSM*2</a:t>
            </a: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(</a:t>
            </a:r>
            <a:r>
              <a:rPr lang="en-US" altLang="zh-CN" sz="1000">
                <a:solidFill>
                  <a:srgbClr val="FF0000"/>
                </a:solidFill>
                <a:latin typeface="+mj-lt"/>
                <a:cs typeface="+mj-lt"/>
              </a:rPr>
              <a:t>K=8</a:t>
            </a:r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)</a:t>
            </a:r>
          </a:p>
        </p:txBody>
      </p:sp>
      <p:sp>
        <p:nvSpPr>
          <p:cNvPr id="15" name="圆角矩形 33">
            <a:extLst>
              <a:ext uri="{FF2B5EF4-FFF2-40B4-BE49-F238E27FC236}">
                <a16:creationId xmlns:a16="http://schemas.microsoft.com/office/drawing/2014/main" id="{5ED03816-6B4B-F2A8-94B0-958A8E97D282}"/>
              </a:ext>
            </a:extLst>
          </p:cNvPr>
          <p:cNvSpPr/>
          <p:nvPr/>
        </p:nvSpPr>
        <p:spPr>
          <a:xfrm>
            <a:off x="888448" y="3581485"/>
            <a:ext cx="818515" cy="37782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CCSM*2</a:t>
            </a: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(</a:t>
            </a:r>
            <a:r>
              <a:rPr lang="en-US" altLang="zh-CN" sz="1000">
                <a:solidFill>
                  <a:srgbClr val="FF0000"/>
                </a:solidFill>
                <a:latin typeface="+mj-lt"/>
                <a:cs typeface="+mj-lt"/>
              </a:rPr>
              <a:t>K=6</a:t>
            </a:r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)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0E3A53C-09C1-B9FD-B2C3-B6A8DEBD0E23}"/>
              </a:ext>
            </a:extLst>
          </p:cNvPr>
          <p:cNvSpPr/>
          <p:nvPr/>
        </p:nvSpPr>
        <p:spPr>
          <a:xfrm>
            <a:off x="5463995" y="2171568"/>
            <a:ext cx="218002" cy="21508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7DA0C15D-D365-8FB8-AEE2-5EAAF91B9CF5}"/>
              </a:ext>
            </a:extLst>
          </p:cNvPr>
          <p:cNvCxnSpPr>
            <a:cxnSpLocks/>
            <a:stCxn id="28" idx="0"/>
            <a:endCxn id="28" idx="2"/>
          </p:cNvCxnSpPr>
          <p:nvPr/>
        </p:nvCxnSpPr>
        <p:spPr>
          <a:xfrm>
            <a:off x="5572996" y="2171568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8935B5F6-F2CD-F00C-A2BA-F65A45822B91}"/>
              </a:ext>
            </a:extLst>
          </p:cNvPr>
          <p:cNvCxnSpPr>
            <a:cxnSpLocks/>
            <a:stCxn id="28" idx="1"/>
            <a:endCxn id="28" idx="3"/>
          </p:cNvCxnSpPr>
          <p:nvPr/>
        </p:nvCxnSpPr>
        <p:spPr>
          <a:xfrm>
            <a:off x="5463995" y="2279112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矩形 143">
            <a:extLst>
              <a:ext uri="{FF2B5EF4-FFF2-40B4-BE49-F238E27FC236}">
                <a16:creationId xmlns:a16="http://schemas.microsoft.com/office/drawing/2014/main" id="{DCEA29BC-02C1-2B7F-17E9-C6E3511CC978}"/>
              </a:ext>
            </a:extLst>
          </p:cNvPr>
          <p:cNvSpPr/>
          <p:nvPr/>
        </p:nvSpPr>
        <p:spPr>
          <a:xfrm>
            <a:off x="5389383" y="2219861"/>
            <a:ext cx="218002" cy="21508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450584E2-04A4-E279-62BB-39FF2DBBF672}"/>
              </a:ext>
            </a:extLst>
          </p:cNvPr>
          <p:cNvCxnSpPr>
            <a:cxnSpLocks/>
            <a:stCxn id="144" idx="0"/>
            <a:endCxn id="144" idx="2"/>
          </p:cNvCxnSpPr>
          <p:nvPr/>
        </p:nvCxnSpPr>
        <p:spPr>
          <a:xfrm>
            <a:off x="5498384" y="2219861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36EB513D-2DCA-80EA-0AC3-C6F574E37AC1}"/>
              </a:ext>
            </a:extLst>
          </p:cNvPr>
          <p:cNvCxnSpPr>
            <a:cxnSpLocks/>
            <a:stCxn id="144" idx="1"/>
            <a:endCxn id="144" idx="3"/>
          </p:cNvCxnSpPr>
          <p:nvPr/>
        </p:nvCxnSpPr>
        <p:spPr>
          <a:xfrm>
            <a:off x="5389383" y="2327405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CCF0974B-5E4A-253A-71A6-65F36ED50BAB}"/>
              </a:ext>
            </a:extLst>
          </p:cNvPr>
          <p:cNvSpPr/>
          <p:nvPr/>
        </p:nvSpPr>
        <p:spPr>
          <a:xfrm>
            <a:off x="5319313" y="2278568"/>
            <a:ext cx="218002" cy="21508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6695DD79-4B93-81BC-0A5B-8BD576A2B7D9}"/>
              </a:ext>
            </a:extLst>
          </p:cNvPr>
          <p:cNvCxnSpPr>
            <a:cxnSpLocks/>
            <a:stCxn id="153" idx="0"/>
            <a:endCxn id="153" idx="2"/>
          </p:cNvCxnSpPr>
          <p:nvPr/>
        </p:nvCxnSpPr>
        <p:spPr>
          <a:xfrm>
            <a:off x="5428314" y="2278568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F7915AE6-1C43-7E54-2A69-D8B5CD0C6139}"/>
              </a:ext>
            </a:extLst>
          </p:cNvPr>
          <p:cNvCxnSpPr>
            <a:cxnSpLocks/>
            <a:stCxn id="153" idx="1"/>
            <a:endCxn id="153" idx="3"/>
          </p:cNvCxnSpPr>
          <p:nvPr/>
        </p:nvCxnSpPr>
        <p:spPr>
          <a:xfrm>
            <a:off x="5319313" y="2386112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>
            <a:extLst>
              <a:ext uri="{FF2B5EF4-FFF2-40B4-BE49-F238E27FC236}">
                <a16:creationId xmlns:a16="http://schemas.microsoft.com/office/drawing/2014/main" id="{E6ADDD54-6941-0EAE-6373-70E930057C2A}"/>
              </a:ext>
            </a:extLst>
          </p:cNvPr>
          <p:cNvSpPr/>
          <p:nvPr/>
        </p:nvSpPr>
        <p:spPr>
          <a:xfrm>
            <a:off x="6095404" y="2182036"/>
            <a:ext cx="218002" cy="21508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D89E9B0E-FCEE-3DBC-44AD-55A59048F90D}"/>
              </a:ext>
            </a:extLst>
          </p:cNvPr>
          <p:cNvCxnSpPr>
            <a:cxnSpLocks/>
            <a:stCxn id="172" idx="0"/>
            <a:endCxn id="172" idx="2"/>
          </p:cNvCxnSpPr>
          <p:nvPr/>
        </p:nvCxnSpPr>
        <p:spPr>
          <a:xfrm>
            <a:off x="6204405" y="2182036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BE2272AA-ABF9-F8D3-C625-FDCF7094049B}"/>
              </a:ext>
            </a:extLst>
          </p:cNvPr>
          <p:cNvCxnSpPr>
            <a:cxnSpLocks/>
            <a:stCxn id="172" idx="1"/>
            <a:endCxn id="172" idx="3"/>
          </p:cNvCxnSpPr>
          <p:nvPr/>
        </p:nvCxnSpPr>
        <p:spPr>
          <a:xfrm>
            <a:off x="6095404" y="2289580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 175">
            <a:extLst>
              <a:ext uri="{FF2B5EF4-FFF2-40B4-BE49-F238E27FC236}">
                <a16:creationId xmlns:a16="http://schemas.microsoft.com/office/drawing/2014/main" id="{296081BA-ACC7-2B01-1D82-CCF8F368ADE2}"/>
              </a:ext>
            </a:extLst>
          </p:cNvPr>
          <p:cNvSpPr/>
          <p:nvPr/>
        </p:nvSpPr>
        <p:spPr>
          <a:xfrm>
            <a:off x="6095404" y="2074493"/>
            <a:ext cx="218002" cy="2150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B04751D4-7710-561C-6FBE-58F31E363A02}"/>
              </a:ext>
            </a:extLst>
          </p:cNvPr>
          <p:cNvCxnSpPr>
            <a:cxnSpLocks/>
            <a:stCxn id="176" idx="0"/>
            <a:endCxn id="176" idx="2"/>
          </p:cNvCxnSpPr>
          <p:nvPr/>
        </p:nvCxnSpPr>
        <p:spPr>
          <a:xfrm>
            <a:off x="6204405" y="2074493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DE4BC251-59F0-FCE0-3CA3-BA650D29F93C}"/>
              </a:ext>
            </a:extLst>
          </p:cNvPr>
          <p:cNvCxnSpPr>
            <a:cxnSpLocks/>
            <a:stCxn id="176" idx="1"/>
            <a:endCxn id="176" idx="3"/>
          </p:cNvCxnSpPr>
          <p:nvPr/>
        </p:nvCxnSpPr>
        <p:spPr>
          <a:xfrm>
            <a:off x="6095404" y="2182037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矩形 179">
            <a:extLst>
              <a:ext uri="{FF2B5EF4-FFF2-40B4-BE49-F238E27FC236}">
                <a16:creationId xmlns:a16="http://schemas.microsoft.com/office/drawing/2014/main" id="{74579B7B-C6BB-6D25-D670-6236D6B3C542}"/>
              </a:ext>
            </a:extLst>
          </p:cNvPr>
          <p:cNvSpPr/>
          <p:nvPr/>
        </p:nvSpPr>
        <p:spPr>
          <a:xfrm>
            <a:off x="6206842" y="2074493"/>
            <a:ext cx="218002" cy="21508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C7B7C64D-C10D-4027-2A48-A8AF79E0D485}"/>
              </a:ext>
            </a:extLst>
          </p:cNvPr>
          <p:cNvCxnSpPr>
            <a:cxnSpLocks/>
            <a:stCxn id="180" idx="0"/>
            <a:endCxn id="180" idx="2"/>
          </p:cNvCxnSpPr>
          <p:nvPr/>
        </p:nvCxnSpPr>
        <p:spPr>
          <a:xfrm>
            <a:off x="6315843" y="2074493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8B7692FF-2018-8F10-7395-4E8A45038B43}"/>
              </a:ext>
            </a:extLst>
          </p:cNvPr>
          <p:cNvCxnSpPr>
            <a:cxnSpLocks/>
            <a:stCxn id="180" idx="1"/>
            <a:endCxn id="180" idx="3"/>
          </p:cNvCxnSpPr>
          <p:nvPr/>
        </p:nvCxnSpPr>
        <p:spPr>
          <a:xfrm>
            <a:off x="6206842" y="2182037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矩形 190">
            <a:extLst>
              <a:ext uri="{FF2B5EF4-FFF2-40B4-BE49-F238E27FC236}">
                <a16:creationId xmlns:a16="http://schemas.microsoft.com/office/drawing/2014/main" id="{14074E24-A39D-D822-7F9D-B61271D3D1E5}"/>
              </a:ext>
            </a:extLst>
          </p:cNvPr>
          <p:cNvSpPr/>
          <p:nvPr/>
        </p:nvSpPr>
        <p:spPr>
          <a:xfrm>
            <a:off x="6208032" y="2182036"/>
            <a:ext cx="218002" cy="21508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9CBA8854-5359-BCEA-10F2-824BE8303C2A}"/>
              </a:ext>
            </a:extLst>
          </p:cNvPr>
          <p:cNvCxnSpPr>
            <a:cxnSpLocks/>
            <a:stCxn id="191" idx="0"/>
            <a:endCxn id="191" idx="2"/>
          </p:cNvCxnSpPr>
          <p:nvPr/>
        </p:nvCxnSpPr>
        <p:spPr>
          <a:xfrm>
            <a:off x="6317033" y="2182036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5CD1CBA9-E06B-77EF-766C-BE418376672B}"/>
              </a:ext>
            </a:extLst>
          </p:cNvPr>
          <p:cNvCxnSpPr>
            <a:cxnSpLocks/>
            <a:stCxn id="191" idx="1"/>
            <a:endCxn id="191" idx="3"/>
          </p:cNvCxnSpPr>
          <p:nvPr/>
        </p:nvCxnSpPr>
        <p:spPr>
          <a:xfrm>
            <a:off x="6208032" y="2289580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>
            <a:extLst>
              <a:ext uri="{FF2B5EF4-FFF2-40B4-BE49-F238E27FC236}">
                <a16:creationId xmlns:a16="http://schemas.microsoft.com/office/drawing/2014/main" id="{4D28B901-8F8D-F3D4-6D78-65F695618E30}"/>
              </a:ext>
            </a:extLst>
          </p:cNvPr>
          <p:cNvSpPr/>
          <p:nvPr/>
        </p:nvSpPr>
        <p:spPr>
          <a:xfrm>
            <a:off x="6023489" y="2258186"/>
            <a:ext cx="218002" cy="21508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0" name="直接连接符 219">
            <a:extLst>
              <a:ext uri="{FF2B5EF4-FFF2-40B4-BE49-F238E27FC236}">
                <a16:creationId xmlns:a16="http://schemas.microsoft.com/office/drawing/2014/main" id="{40FC67C4-2E72-1CF7-FE8D-7A04E1782DB2}"/>
              </a:ext>
            </a:extLst>
          </p:cNvPr>
          <p:cNvCxnSpPr>
            <a:cxnSpLocks/>
            <a:stCxn id="216" idx="0"/>
            <a:endCxn id="216" idx="2"/>
          </p:cNvCxnSpPr>
          <p:nvPr/>
        </p:nvCxnSpPr>
        <p:spPr>
          <a:xfrm>
            <a:off x="6132490" y="2258186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F3ADD8AD-D9BF-268E-B1AB-0E840D6428A3}"/>
              </a:ext>
            </a:extLst>
          </p:cNvPr>
          <p:cNvCxnSpPr>
            <a:cxnSpLocks/>
            <a:stCxn id="216" idx="1"/>
            <a:endCxn id="216" idx="3"/>
          </p:cNvCxnSpPr>
          <p:nvPr/>
        </p:nvCxnSpPr>
        <p:spPr>
          <a:xfrm>
            <a:off x="6023489" y="2365730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矩形 224">
            <a:extLst>
              <a:ext uri="{FF2B5EF4-FFF2-40B4-BE49-F238E27FC236}">
                <a16:creationId xmlns:a16="http://schemas.microsoft.com/office/drawing/2014/main" id="{4F3749BD-A610-F758-38EA-01DCD216579D}"/>
              </a:ext>
            </a:extLst>
          </p:cNvPr>
          <p:cNvSpPr/>
          <p:nvPr/>
        </p:nvSpPr>
        <p:spPr>
          <a:xfrm>
            <a:off x="6023489" y="2150643"/>
            <a:ext cx="218002" cy="2150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48518F03-CFF4-B98D-B430-A489238FE933}"/>
              </a:ext>
            </a:extLst>
          </p:cNvPr>
          <p:cNvCxnSpPr>
            <a:cxnSpLocks/>
            <a:stCxn id="225" idx="0"/>
            <a:endCxn id="225" idx="2"/>
          </p:cNvCxnSpPr>
          <p:nvPr/>
        </p:nvCxnSpPr>
        <p:spPr>
          <a:xfrm>
            <a:off x="6132490" y="2150643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>
            <a:extLst>
              <a:ext uri="{FF2B5EF4-FFF2-40B4-BE49-F238E27FC236}">
                <a16:creationId xmlns:a16="http://schemas.microsoft.com/office/drawing/2014/main" id="{9D8306B9-95FF-E883-7E5C-025A12D32D51}"/>
              </a:ext>
            </a:extLst>
          </p:cNvPr>
          <p:cNvCxnSpPr>
            <a:cxnSpLocks/>
            <a:stCxn id="225" idx="1"/>
            <a:endCxn id="225" idx="3"/>
          </p:cNvCxnSpPr>
          <p:nvPr/>
        </p:nvCxnSpPr>
        <p:spPr>
          <a:xfrm>
            <a:off x="6023489" y="2258187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矩形 240">
            <a:extLst>
              <a:ext uri="{FF2B5EF4-FFF2-40B4-BE49-F238E27FC236}">
                <a16:creationId xmlns:a16="http://schemas.microsoft.com/office/drawing/2014/main" id="{A24D454B-1295-38B4-B363-B5D13D7A598D}"/>
              </a:ext>
            </a:extLst>
          </p:cNvPr>
          <p:cNvSpPr/>
          <p:nvPr/>
        </p:nvSpPr>
        <p:spPr>
          <a:xfrm>
            <a:off x="6134927" y="2150643"/>
            <a:ext cx="218002" cy="21508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2" name="直接连接符 241">
            <a:extLst>
              <a:ext uri="{FF2B5EF4-FFF2-40B4-BE49-F238E27FC236}">
                <a16:creationId xmlns:a16="http://schemas.microsoft.com/office/drawing/2014/main" id="{E70A4808-4639-180B-A54B-EF8F9B1E7312}"/>
              </a:ext>
            </a:extLst>
          </p:cNvPr>
          <p:cNvCxnSpPr>
            <a:cxnSpLocks/>
            <a:stCxn id="241" idx="0"/>
            <a:endCxn id="241" idx="2"/>
          </p:cNvCxnSpPr>
          <p:nvPr/>
        </p:nvCxnSpPr>
        <p:spPr>
          <a:xfrm>
            <a:off x="6243928" y="2150643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>
            <a:extLst>
              <a:ext uri="{FF2B5EF4-FFF2-40B4-BE49-F238E27FC236}">
                <a16:creationId xmlns:a16="http://schemas.microsoft.com/office/drawing/2014/main" id="{3B6CA106-1275-F13B-CC9D-4F14F4F060C8}"/>
              </a:ext>
            </a:extLst>
          </p:cNvPr>
          <p:cNvCxnSpPr>
            <a:cxnSpLocks/>
            <a:stCxn id="241" idx="1"/>
            <a:endCxn id="241" idx="3"/>
          </p:cNvCxnSpPr>
          <p:nvPr/>
        </p:nvCxnSpPr>
        <p:spPr>
          <a:xfrm>
            <a:off x="6134927" y="2258187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矩形 243">
            <a:extLst>
              <a:ext uri="{FF2B5EF4-FFF2-40B4-BE49-F238E27FC236}">
                <a16:creationId xmlns:a16="http://schemas.microsoft.com/office/drawing/2014/main" id="{05243512-178A-FF99-A6C8-853857E74B58}"/>
              </a:ext>
            </a:extLst>
          </p:cNvPr>
          <p:cNvSpPr/>
          <p:nvPr/>
        </p:nvSpPr>
        <p:spPr>
          <a:xfrm>
            <a:off x="6136117" y="2258186"/>
            <a:ext cx="218002" cy="21508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5" name="直接连接符 244">
            <a:extLst>
              <a:ext uri="{FF2B5EF4-FFF2-40B4-BE49-F238E27FC236}">
                <a16:creationId xmlns:a16="http://schemas.microsoft.com/office/drawing/2014/main" id="{009C9AB8-97B9-6C6D-5E73-F13181CB11CB}"/>
              </a:ext>
            </a:extLst>
          </p:cNvPr>
          <p:cNvCxnSpPr>
            <a:cxnSpLocks/>
            <a:stCxn id="244" idx="0"/>
            <a:endCxn id="244" idx="2"/>
          </p:cNvCxnSpPr>
          <p:nvPr/>
        </p:nvCxnSpPr>
        <p:spPr>
          <a:xfrm>
            <a:off x="6245118" y="2258186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22F43FF8-0988-3ECB-F853-4DAEEE4E88F6}"/>
              </a:ext>
            </a:extLst>
          </p:cNvPr>
          <p:cNvCxnSpPr>
            <a:cxnSpLocks/>
            <a:stCxn id="244" idx="1"/>
            <a:endCxn id="244" idx="3"/>
          </p:cNvCxnSpPr>
          <p:nvPr/>
        </p:nvCxnSpPr>
        <p:spPr>
          <a:xfrm>
            <a:off x="6136117" y="2365730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矩形 246">
            <a:extLst>
              <a:ext uri="{FF2B5EF4-FFF2-40B4-BE49-F238E27FC236}">
                <a16:creationId xmlns:a16="http://schemas.microsoft.com/office/drawing/2014/main" id="{A2AD67B9-FA34-B150-55A3-4258E07CB5B6}"/>
              </a:ext>
            </a:extLst>
          </p:cNvPr>
          <p:cNvSpPr/>
          <p:nvPr/>
        </p:nvSpPr>
        <p:spPr>
          <a:xfrm>
            <a:off x="5958500" y="2335576"/>
            <a:ext cx="218002" cy="21508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8" name="直接连接符 247">
            <a:extLst>
              <a:ext uri="{FF2B5EF4-FFF2-40B4-BE49-F238E27FC236}">
                <a16:creationId xmlns:a16="http://schemas.microsoft.com/office/drawing/2014/main" id="{EB3793E5-9FA2-7B14-8BC0-014DDACB8AEB}"/>
              </a:ext>
            </a:extLst>
          </p:cNvPr>
          <p:cNvCxnSpPr>
            <a:cxnSpLocks/>
            <a:stCxn id="247" idx="0"/>
            <a:endCxn id="247" idx="2"/>
          </p:cNvCxnSpPr>
          <p:nvPr/>
        </p:nvCxnSpPr>
        <p:spPr>
          <a:xfrm>
            <a:off x="6067501" y="2335576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连接符 248">
            <a:extLst>
              <a:ext uri="{FF2B5EF4-FFF2-40B4-BE49-F238E27FC236}">
                <a16:creationId xmlns:a16="http://schemas.microsoft.com/office/drawing/2014/main" id="{536BBB25-579E-8EDC-B4F1-AA8568BDFA48}"/>
              </a:ext>
            </a:extLst>
          </p:cNvPr>
          <p:cNvCxnSpPr>
            <a:cxnSpLocks/>
            <a:stCxn id="247" idx="1"/>
            <a:endCxn id="247" idx="3"/>
          </p:cNvCxnSpPr>
          <p:nvPr/>
        </p:nvCxnSpPr>
        <p:spPr>
          <a:xfrm>
            <a:off x="5958500" y="2443120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矩形 249">
            <a:extLst>
              <a:ext uri="{FF2B5EF4-FFF2-40B4-BE49-F238E27FC236}">
                <a16:creationId xmlns:a16="http://schemas.microsoft.com/office/drawing/2014/main" id="{1163DF2B-7967-82D7-501A-0465E17FD907}"/>
              </a:ext>
            </a:extLst>
          </p:cNvPr>
          <p:cNvSpPr/>
          <p:nvPr/>
        </p:nvSpPr>
        <p:spPr>
          <a:xfrm>
            <a:off x="5958500" y="2228033"/>
            <a:ext cx="218002" cy="2150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0723DDDE-48DE-5B78-FF6A-568AB149B66D}"/>
              </a:ext>
            </a:extLst>
          </p:cNvPr>
          <p:cNvCxnSpPr>
            <a:cxnSpLocks/>
            <a:stCxn id="250" idx="0"/>
            <a:endCxn id="250" idx="2"/>
          </p:cNvCxnSpPr>
          <p:nvPr/>
        </p:nvCxnSpPr>
        <p:spPr>
          <a:xfrm>
            <a:off x="6067501" y="2228033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45D5AA62-1281-3871-B83B-E417F9CF58D5}"/>
              </a:ext>
            </a:extLst>
          </p:cNvPr>
          <p:cNvCxnSpPr>
            <a:cxnSpLocks/>
            <a:stCxn id="250" idx="1"/>
            <a:endCxn id="250" idx="3"/>
          </p:cNvCxnSpPr>
          <p:nvPr/>
        </p:nvCxnSpPr>
        <p:spPr>
          <a:xfrm>
            <a:off x="5958500" y="2335577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矩形 252">
            <a:extLst>
              <a:ext uri="{FF2B5EF4-FFF2-40B4-BE49-F238E27FC236}">
                <a16:creationId xmlns:a16="http://schemas.microsoft.com/office/drawing/2014/main" id="{E2A2DBF1-93A0-376E-EC14-85F0FC964FB0}"/>
              </a:ext>
            </a:extLst>
          </p:cNvPr>
          <p:cNvSpPr/>
          <p:nvPr/>
        </p:nvSpPr>
        <p:spPr>
          <a:xfrm>
            <a:off x="6069938" y="2228033"/>
            <a:ext cx="218002" cy="21508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B48429CC-902C-AC77-492B-1BE50C3EC97B}"/>
              </a:ext>
            </a:extLst>
          </p:cNvPr>
          <p:cNvCxnSpPr>
            <a:cxnSpLocks/>
            <a:stCxn id="253" idx="0"/>
            <a:endCxn id="253" idx="2"/>
          </p:cNvCxnSpPr>
          <p:nvPr/>
        </p:nvCxnSpPr>
        <p:spPr>
          <a:xfrm>
            <a:off x="6178939" y="2228033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FD5D3E34-E2A2-28C1-5E8D-AF0E7CBCB53A}"/>
              </a:ext>
            </a:extLst>
          </p:cNvPr>
          <p:cNvCxnSpPr>
            <a:cxnSpLocks/>
            <a:stCxn id="253" idx="1"/>
            <a:endCxn id="253" idx="3"/>
          </p:cNvCxnSpPr>
          <p:nvPr/>
        </p:nvCxnSpPr>
        <p:spPr>
          <a:xfrm>
            <a:off x="6069938" y="2335577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矩形 255">
            <a:extLst>
              <a:ext uri="{FF2B5EF4-FFF2-40B4-BE49-F238E27FC236}">
                <a16:creationId xmlns:a16="http://schemas.microsoft.com/office/drawing/2014/main" id="{FB5C6FCF-EB9F-B3E8-ACBD-08E9D242A393}"/>
              </a:ext>
            </a:extLst>
          </p:cNvPr>
          <p:cNvSpPr/>
          <p:nvPr/>
        </p:nvSpPr>
        <p:spPr>
          <a:xfrm>
            <a:off x="6071128" y="2335576"/>
            <a:ext cx="218002" cy="21508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7" name="直接连接符 256">
            <a:extLst>
              <a:ext uri="{FF2B5EF4-FFF2-40B4-BE49-F238E27FC236}">
                <a16:creationId xmlns:a16="http://schemas.microsoft.com/office/drawing/2014/main" id="{56534EE6-F5CF-A975-40A1-06EA75DD9E84}"/>
              </a:ext>
            </a:extLst>
          </p:cNvPr>
          <p:cNvCxnSpPr>
            <a:cxnSpLocks/>
            <a:stCxn id="256" idx="0"/>
            <a:endCxn id="256" idx="2"/>
          </p:cNvCxnSpPr>
          <p:nvPr/>
        </p:nvCxnSpPr>
        <p:spPr>
          <a:xfrm>
            <a:off x="6180129" y="2335576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F18604E2-0D42-349C-5ADE-0917032A7592}"/>
              </a:ext>
            </a:extLst>
          </p:cNvPr>
          <p:cNvCxnSpPr>
            <a:cxnSpLocks/>
            <a:stCxn id="256" idx="1"/>
            <a:endCxn id="256" idx="3"/>
          </p:cNvCxnSpPr>
          <p:nvPr/>
        </p:nvCxnSpPr>
        <p:spPr>
          <a:xfrm>
            <a:off x="6071128" y="2443120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圆角矩形 134">
            <a:extLst>
              <a:ext uri="{FF2B5EF4-FFF2-40B4-BE49-F238E27FC236}">
                <a16:creationId xmlns:a16="http://schemas.microsoft.com/office/drawing/2014/main" id="{0C8A1226-684F-8BE4-F347-7EAE084F166E}"/>
              </a:ext>
            </a:extLst>
          </p:cNvPr>
          <p:cNvSpPr/>
          <p:nvPr/>
        </p:nvSpPr>
        <p:spPr>
          <a:xfrm>
            <a:off x="5180448" y="4021676"/>
            <a:ext cx="1319102" cy="895350"/>
          </a:xfrm>
          <a:prstGeom prst="roundRect">
            <a:avLst>
              <a:gd name="adj" fmla="val 5544"/>
            </a:avLst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E1727048-C25F-019A-0E57-5AF1D5B09EA2}"/>
              </a:ext>
            </a:extLst>
          </p:cNvPr>
          <p:cNvSpPr/>
          <p:nvPr/>
        </p:nvSpPr>
        <p:spPr>
          <a:xfrm>
            <a:off x="6131681" y="4392854"/>
            <a:ext cx="218002" cy="2150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2" name="直接连接符 291">
            <a:extLst>
              <a:ext uri="{FF2B5EF4-FFF2-40B4-BE49-F238E27FC236}">
                <a16:creationId xmlns:a16="http://schemas.microsoft.com/office/drawing/2014/main" id="{2A152350-1A8F-E26E-A683-7D42EDD1B3C0}"/>
              </a:ext>
            </a:extLst>
          </p:cNvPr>
          <p:cNvCxnSpPr>
            <a:cxnSpLocks/>
            <a:stCxn id="291" idx="0"/>
            <a:endCxn id="291" idx="2"/>
          </p:cNvCxnSpPr>
          <p:nvPr/>
        </p:nvCxnSpPr>
        <p:spPr>
          <a:xfrm>
            <a:off x="6240682" y="4392854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连接符 292">
            <a:extLst>
              <a:ext uri="{FF2B5EF4-FFF2-40B4-BE49-F238E27FC236}">
                <a16:creationId xmlns:a16="http://schemas.microsoft.com/office/drawing/2014/main" id="{8F118F13-9881-BCA6-9336-DE5794704E55}"/>
              </a:ext>
            </a:extLst>
          </p:cNvPr>
          <p:cNvCxnSpPr>
            <a:cxnSpLocks/>
            <a:stCxn id="291" idx="1"/>
            <a:endCxn id="291" idx="3"/>
          </p:cNvCxnSpPr>
          <p:nvPr/>
        </p:nvCxnSpPr>
        <p:spPr>
          <a:xfrm>
            <a:off x="6131681" y="4500398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矩形 293">
            <a:extLst>
              <a:ext uri="{FF2B5EF4-FFF2-40B4-BE49-F238E27FC236}">
                <a16:creationId xmlns:a16="http://schemas.microsoft.com/office/drawing/2014/main" id="{95DD86CA-B7B3-4C80-61BD-0BD6234C2383}"/>
              </a:ext>
            </a:extLst>
          </p:cNvPr>
          <p:cNvSpPr/>
          <p:nvPr/>
        </p:nvSpPr>
        <p:spPr>
          <a:xfrm>
            <a:off x="6057069" y="4441147"/>
            <a:ext cx="218002" cy="2150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C9E31629-E2EA-AF4F-F735-3282C41F3D9A}"/>
              </a:ext>
            </a:extLst>
          </p:cNvPr>
          <p:cNvCxnSpPr>
            <a:cxnSpLocks/>
            <a:stCxn id="294" idx="0"/>
            <a:endCxn id="294" idx="2"/>
          </p:cNvCxnSpPr>
          <p:nvPr/>
        </p:nvCxnSpPr>
        <p:spPr>
          <a:xfrm>
            <a:off x="6166070" y="4441147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37B8E627-2A96-D4CA-6C46-A30FCBCAE367}"/>
              </a:ext>
            </a:extLst>
          </p:cNvPr>
          <p:cNvCxnSpPr>
            <a:cxnSpLocks/>
            <a:stCxn id="294" idx="1"/>
            <a:endCxn id="294" idx="3"/>
          </p:cNvCxnSpPr>
          <p:nvPr/>
        </p:nvCxnSpPr>
        <p:spPr>
          <a:xfrm>
            <a:off x="6057069" y="4548691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矩形 296">
            <a:extLst>
              <a:ext uri="{FF2B5EF4-FFF2-40B4-BE49-F238E27FC236}">
                <a16:creationId xmlns:a16="http://schemas.microsoft.com/office/drawing/2014/main" id="{26FADF6E-2375-41DD-1F65-36D2EDF7A113}"/>
              </a:ext>
            </a:extLst>
          </p:cNvPr>
          <p:cNvSpPr/>
          <p:nvPr/>
        </p:nvSpPr>
        <p:spPr>
          <a:xfrm>
            <a:off x="5986999" y="4499854"/>
            <a:ext cx="218002" cy="2150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AC072B87-C327-88E4-474F-D0FE336F3870}"/>
              </a:ext>
            </a:extLst>
          </p:cNvPr>
          <p:cNvCxnSpPr>
            <a:cxnSpLocks/>
            <a:stCxn id="297" idx="0"/>
            <a:endCxn id="297" idx="2"/>
          </p:cNvCxnSpPr>
          <p:nvPr/>
        </p:nvCxnSpPr>
        <p:spPr>
          <a:xfrm>
            <a:off x="6096000" y="4499854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直接连接符 298">
            <a:extLst>
              <a:ext uri="{FF2B5EF4-FFF2-40B4-BE49-F238E27FC236}">
                <a16:creationId xmlns:a16="http://schemas.microsoft.com/office/drawing/2014/main" id="{E989D9C1-D352-025D-C7EA-EA4D99CAFFE2}"/>
              </a:ext>
            </a:extLst>
          </p:cNvPr>
          <p:cNvCxnSpPr>
            <a:cxnSpLocks/>
            <a:stCxn id="297" idx="1"/>
            <a:endCxn id="297" idx="3"/>
          </p:cNvCxnSpPr>
          <p:nvPr/>
        </p:nvCxnSpPr>
        <p:spPr>
          <a:xfrm>
            <a:off x="5986999" y="4607398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矩形 299">
            <a:extLst>
              <a:ext uri="{FF2B5EF4-FFF2-40B4-BE49-F238E27FC236}">
                <a16:creationId xmlns:a16="http://schemas.microsoft.com/office/drawing/2014/main" id="{B37997B2-78D1-C415-842A-6F05C0A4D351}"/>
              </a:ext>
            </a:extLst>
          </p:cNvPr>
          <p:cNvSpPr/>
          <p:nvPr/>
        </p:nvSpPr>
        <p:spPr>
          <a:xfrm>
            <a:off x="5421345" y="4422372"/>
            <a:ext cx="218002" cy="21508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1" name="直接连接符 300">
            <a:extLst>
              <a:ext uri="{FF2B5EF4-FFF2-40B4-BE49-F238E27FC236}">
                <a16:creationId xmlns:a16="http://schemas.microsoft.com/office/drawing/2014/main" id="{446AF55A-A239-4659-BFF4-4C973099CC9B}"/>
              </a:ext>
            </a:extLst>
          </p:cNvPr>
          <p:cNvCxnSpPr>
            <a:cxnSpLocks/>
            <a:stCxn id="300" idx="0"/>
            <a:endCxn id="300" idx="2"/>
          </p:cNvCxnSpPr>
          <p:nvPr/>
        </p:nvCxnSpPr>
        <p:spPr>
          <a:xfrm>
            <a:off x="5530346" y="4422372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接连接符 301">
            <a:extLst>
              <a:ext uri="{FF2B5EF4-FFF2-40B4-BE49-F238E27FC236}">
                <a16:creationId xmlns:a16="http://schemas.microsoft.com/office/drawing/2014/main" id="{6CF6C7DA-F3DC-F995-5920-9C2C4B1D8713}"/>
              </a:ext>
            </a:extLst>
          </p:cNvPr>
          <p:cNvCxnSpPr>
            <a:cxnSpLocks/>
            <a:stCxn id="300" idx="1"/>
            <a:endCxn id="300" idx="3"/>
          </p:cNvCxnSpPr>
          <p:nvPr/>
        </p:nvCxnSpPr>
        <p:spPr>
          <a:xfrm>
            <a:off x="5421345" y="4529916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矩形 302">
            <a:extLst>
              <a:ext uri="{FF2B5EF4-FFF2-40B4-BE49-F238E27FC236}">
                <a16:creationId xmlns:a16="http://schemas.microsoft.com/office/drawing/2014/main" id="{864562AF-3B8B-2B4B-A450-BB8020F9A4B7}"/>
              </a:ext>
            </a:extLst>
          </p:cNvPr>
          <p:cNvSpPr/>
          <p:nvPr/>
        </p:nvSpPr>
        <p:spPr>
          <a:xfrm>
            <a:off x="5421345" y="4314829"/>
            <a:ext cx="218002" cy="215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4" name="直接连接符 303">
            <a:extLst>
              <a:ext uri="{FF2B5EF4-FFF2-40B4-BE49-F238E27FC236}">
                <a16:creationId xmlns:a16="http://schemas.microsoft.com/office/drawing/2014/main" id="{0E7864FD-3527-724D-3B2E-73DD890FB2FD}"/>
              </a:ext>
            </a:extLst>
          </p:cNvPr>
          <p:cNvCxnSpPr>
            <a:cxnSpLocks/>
            <a:stCxn id="303" idx="0"/>
            <a:endCxn id="303" idx="2"/>
          </p:cNvCxnSpPr>
          <p:nvPr/>
        </p:nvCxnSpPr>
        <p:spPr>
          <a:xfrm>
            <a:off x="5530346" y="4314829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直接连接符 304">
            <a:extLst>
              <a:ext uri="{FF2B5EF4-FFF2-40B4-BE49-F238E27FC236}">
                <a16:creationId xmlns:a16="http://schemas.microsoft.com/office/drawing/2014/main" id="{CE9F8331-1563-5005-90BB-40698C4F4A18}"/>
              </a:ext>
            </a:extLst>
          </p:cNvPr>
          <p:cNvCxnSpPr>
            <a:cxnSpLocks/>
            <a:stCxn id="303" idx="1"/>
            <a:endCxn id="303" idx="3"/>
          </p:cNvCxnSpPr>
          <p:nvPr/>
        </p:nvCxnSpPr>
        <p:spPr>
          <a:xfrm>
            <a:off x="5421345" y="4422373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矩形 305">
            <a:extLst>
              <a:ext uri="{FF2B5EF4-FFF2-40B4-BE49-F238E27FC236}">
                <a16:creationId xmlns:a16="http://schemas.microsoft.com/office/drawing/2014/main" id="{68246DE3-460F-BF64-8732-A90BF4E44995}"/>
              </a:ext>
            </a:extLst>
          </p:cNvPr>
          <p:cNvSpPr/>
          <p:nvPr/>
        </p:nvSpPr>
        <p:spPr>
          <a:xfrm>
            <a:off x="5532783" y="4314829"/>
            <a:ext cx="218002" cy="215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7" name="直接连接符 306">
            <a:extLst>
              <a:ext uri="{FF2B5EF4-FFF2-40B4-BE49-F238E27FC236}">
                <a16:creationId xmlns:a16="http://schemas.microsoft.com/office/drawing/2014/main" id="{07839C81-04A5-15D7-C5A2-DD1C24C28B4F}"/>
              </a:ext>
            </a:extLst>
          </p:cNvPr>
          <p:cNvCxnSpPr>
            <a:cxnSpLocks/>
            <a:stCxn id="306" idx="0"/>
            <a:endCxn id="306" idx="2"/>
          </p:cNvCxnSpPr>
          <p:nvPr/>
        </p:nvCxnSpPr>
        <p:spPr>
          <a:xfrm>
            <a:off x="5641784" y="4314829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连接符 307">
            <a:extLst>
              <a:ext uri="{FF2B5EF4-FFF2-40B4-BE49-F238E27FC236}">
                <a16:creationId xmlns:a16="http://schemas.microsoft.com/office/drawing/2014/main" id="{678B397E-62C2-D8FE-1EEF-439C74C45722}"/>
              </a:ext>
            </a:extLst>
          </p:cNvPr>
          <p:cNvCxnSpPr>
            <a:cxnSpLocks/>
            <a:stCxn id="306" idx="1"/>
            <a:endCxn id="306" idx="3"/>
          </p:cNvCxnSpPr>
          <p:nvPr/>
        </p:nvCxnSpPr>
        <p:spPr>
          <a:xfrm>
            <a:off x="5532783" y="4422373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矩形 308">
            <a:extLst>
              <a:ext uri="{FF2B5EF4-FFF2-40B4-BE49-F238E27FC236}">
                <a16:creationId xmlns:a16="http://schemas.microsoft.com/office/drawing/2014/main" id="{B006305D-E825-DB17-1514-B5C14C921087}"/>
              </a:ext>
            </a:extLst>
          </p:cNvPr>
          <p:cNvSpPr/>
          <p:nvPr/>
        </p:nvSpPr>
        <p:spPr>
          <a:xfrm>
            <a:off x="5533973" y="4422372"/>
            <a:ext cx="218002" cy="2150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0" name="直接连接符 309">
            <a:extLst>
              <a:ext uri="{FF2B5EF4-FFF2-40B4-BE49-F238E27FC236}">
                <a16:creationId xmlns:a16="http://schemas.microsoft.com/office/drawing/2014/main" id="{D02E83F9-EC0D-726E-EA97-4012E741CB2E}"/>
              </a:ext>
            </a:extLst>
          </p:cNvPr>
          <p:cNvCxnSpPr>
            <a:cxnSpLocks/>
            <a:stCxn id="309" idx="0"/>
            <a:endCxn id="309" idx="2"/>
          </p:cNvCxnSpPr>
          <p:nvPr/>
        </p:nvCxnSpPr>
        <p:spPr>
          <a:xfrm>
            <a:off x="5642974" y="4422372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>
            <a:extLst>
              <a:ext uri="{FF2B5EF4-FFF2-40B4-BE49-F238E27FC236}">
                <a16:creationId xmlns:a16="http://schemas.microsoft.com/office/drawing/2014/main" id="{EA410261-8300-7EBD-902E-F69FBE591131}"/>
              </a:ext>
            </a:extLst>
          </p:cNvPr>
          <p:cNvCxnSpPr>
            <a:cxnSpLocks/>
            <a:stCxn id="309" idx="1"/>
            <a:endCxn id="309" idx="3"/>
          </p:cNvCxnSpPr>
          <p:nvPr/>
        </p:nvCxnSpPr>
        <p:spPr>
          <a:xfrm>
            <a:off x="5533973" y="4529916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矩形 311">
            <a:extLst>
              <a:ext uri="{FF2B5EF4-FFF2-40B4-BE49-F238E27FC236}">
                <a16:creationId xmlns:a16="http://schemas.microsoft.com/office/drawing/2014/main" id="{216B75A7-A1B3-6BAC-ECCF-65D7309C6F53}"/>
              </a:ext>
            </a:extLst>
          </p:cNvPr>
          <p:cNvSpPr/>
          <p:nvPr/>
        </p:nvSpPr>
        <p:spPr>
          <a:xfrm>
            <a:off x="5349430" y="4498522"/>
            <a:ext cx="218002" cy="21508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3" name="直接连接符 312">
            <a:extLst>
              <a:ext uri="{FF2B5EF4-FFF2-40B4-BE49-F238E27FC236}">
                <a16:creationId xmlns:a16="http://schemas.microsoft.com/office/drawing/2014/main" id="{D108AD8C-646A-2E6E-6928-BEC725F4DE89}"/>
              </a:ext>
            </a:extLst>
          </p:cNvPr>
          <p:cNvCxnSpPr>
            <a:cxnSpLocks/>
            <a:stCxn id="312" idx="0"/>
            <a:endCxn id="312" idx="2"/>
          </p:cNvCxnSpPr>
          <p:nvPr/>
        </p:nvCxnSpPr>
        <p:spPr>
          <a:xfrm>
            <a:off x="5458431" y="4498522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接连接符 313">
            <a:extLst>
              <a:ext uri="{FF2B5EF4-FFF2-40B4-BE49-F238E27FC236}">
                <a16:creationId xmlns:a16="http://schemas.microsoft.com/office/drawing/2014/main" id="{7F9E3170-10D0-B827-AD34-6273EF11B6DD}"/>
              </a:ext>
            </a:extLst>
          </p:cNvPr>
          <p:cNvCxnSpPr>
            <a:cxnSpLocks/>
            <a:stCxn id="312" idx="1"/>
            <a:endCxn id="312" idx="3"/>
          </p:cNvCxnSpPr>
          <p:nvPr/>
        </p:nvCxnSpPr>
        <p:spPr>
          <a:xfrm>
            <a:off x="5349430" y="4606066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矩形 314">
            <a:extLst>
              <a:ext uri="{FF2B5EF4-FFF2-40B4-BE49-F238E27FC236}">
                <a16:creationId xmlns:a16="http://schemas.microsoft.com/office/drawing/2014/main" id="{6DB8F0A3-78BC-415D-3176-E8E5A4823E88}"/>
              </a:ext>
            </a:extLst>
          </p:cNvPr>
          <p:cNvSpPr/>
          <p:nvPr/>
        </p:nvSpPr>
        <p:spPr>
          <a:xfrm>
            <a:off x="5349430" y="4390979"/>
            <a:ext cx="218002" cy="215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6" name="直接连接符 315">
            <a:extLst>
              <a:ext uri="{FF2B5EF4-FFF2-40B4-BE49-F238E27FC236}">
                <a16:creationId xmlns:a16="http://schemas.microsoft.com/office/drawing/2014/main" id="{FAC09C5C-4C83-3B31-DEA9-9EFB19E027E2}"/>
              </a:ext>
            </a:extLst>
          </p:cNvPr>
          <p:cNvCxnSpPr>
            <a:cxnSpLocks/>
            <a:stCxn id="315" idx="0"/>
            <a:endCxn id="315" idx="2"/>
          </p:cNvCxnSpPr>
          <p:nvPr/>
        </p:nvCxnSpPr>
        <p:spPr>
          <a:xfrm>
            <a:off x="5458431" y="4390979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连接符 316">
            <a:extLst>
              <a:ext uri="{FF2B5EF4-FFF2-40B4-BE49-F238E27FC236}">
                <a16:creationId xmlns:a16="http://schemas.microsoft.com/office/drawing/2014/main" id="{E5041F1B-0FF2-4FAB-C8B3-3D98E96BDC41}"/>
              </a:ext>
            </a:extLst>
          </p:cNvPr>
          <p:cNvCxnSpPr>
            <a:cxnSpLocks/>
            <a:stCxn id="315" idx="1"/>
            <a:endCxn id="315" idx="3"/>
          </p:cNvCxnSpPr>
          <p:nvPr/>
        </p:nvCxnSpPr>
        <p:spPr>
          <a:xfrm>
            <a:off x="5349430" y="4498523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矩形 317">
            <a:extLst>
              <a:ext uri="{FF2B5EF4-FFF2-40B4-BE49-F238E27FC236}">
                <a16:creationId xmlns:a16="http://schemas.microsoft.com/office/drawing/2014/main" id="{8D4A079B-8932-56F2-525C-314FD645C95D}"/>
              </a:ext>
            </a:extLst>
          </p:cNvPr>
          <p:cNvSpPr/>
          <p:nvPr/>
        </p:nvSpPr>
        <p:spPr>
          <a:xfrm>
            <a:off x="5460868" y="4390979"/>
            <a:ext cx="218002" cy="215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9" name="直接连接符 318">
            <a:extLst>
              <a:ext uri="{FF2B5EF4-FFF2-40B4-BE49-F238E27FC236}">
                <a16:creationId xmlns:a16="http://schemas.microsoft.com/office/drawing/2014/main" id="{BBC1E220-DC5D-1259-27BD-0E8403D554DF}"/>
              </a:ext>
            </a:extLst>
          </p:cNvPr>
          <p:cNvCxnSpPr>
            <a:cxnSpLocks/>
            <a:stCxn id="318" idx="0"/>
            <a:endCxn id="318" idx="2"/>
          </p:cNvCxnSpPr>
          <p:nvPr/>
        </p:nvCxnSpPr>
        <p:spPr>
          <a:xfrm>
            <a:off x="5569869" y="4390979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连接符 319">
            <a:extLst>
              <a:ext uri="{FF2B5EF4-FFF2-40B4-BE49-F238E27FC236}">
                <a16:creationId xmlns:a16="http://schemas.microsoft.com/office/drawing/2014/main" id="{B3657B3A-81C4-85B8-2B91-98B0995C5A22}"/>
              </a:ext>
            </a:extLst>
          </p:cNvPr>
          <p:cNvCxnSpPr>
            <a:cxnSpLocks/>
            <a:stCxn id="318" idx="1"/>
            <a:endCxn id="318" idx="3"/>
          </p:cNvCxnSpPr>
          <p:nvPr/>
        </p:nvCxnSpPr>
        <p:spPr>
          <a:xfrm>
            <a:off x="5460868" y="4498523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矩形 320">
            <a:extLst>
              <a:ext uri="{FF2B5EF4-FFF2-40B4-BE49-F238E27FC236}">
                <a16:creationId xmlns:a16="http://schemas.microsoft.com/office/drawing/2014/main" id="{B70C03E6-1B28-0FCC-0058-76D8E306D72D}"/>
              </a:ext>
            </a:extLst>
          </p:cNvPr>
          <p:cNvSpPr/>
          <p:nvPr/>
        </p:nvSpPr>
        <p:spPr>
          <a:xfrm>
            <a:off x="5462058" y="4498522"/>
            <a:ext cx="218002" cy="2150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2" name="直接连接符 321">
            <a:extLst>
              <a:ext uri="{FF2B5EF4-FFF2-40B4-BE49-F238E27FC236}">
                <a16:creationId xmlns:a16="http://schemas.microsoft.com/office/drawing/2014/main" id="{A450290A-32C1-8628-D434-A48294793405}"/>
              </a:ext>
            </a:extLst>
          </p:cNvPr>
          <p:cNvCxnSpPr>
            <a:cxnSpLocks/>
            <a:stCxn id="321" idx="0"/>
            <a:endCxn id="321" idx="2"/>
          </p:cNvCxnSpPr>
          <p:nvPr/>
        </p:nvCxnSpPr>
        <p:spPr>
          <a:xfrm>
            <a:off x="5571059" y="4498522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接连接符 322">
            <a:extLst>
              <a:ext uri="{FF2B5EF4-FFF2-40B4-BE49-F238E27FC236}">
                <a16:creationId xmlns:a16="http://schemas.microsoft.com/office/drawing/2014/main" id="{68DE7D21-B152-DCE7-76F4-08620D39D6E8}"/>
              </a:ext>
            </a:extLst>
          </p:cNvPr>
          <p:cNvCxnSpPr>
            <a:cxnSpLocks/>
            <a:stCxn id="321" idx="1"/>
            <a:endCxn id="321" idx="3"/>
          </p:cNvCxnSpPr>
          <p:nvPr/>
        </p:nvCxnSpPr>
        <p:spPr>
          <a:xfrm>
            <a:off x="5462058" y="4606066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矩形 323">
            <a:extLst>
              <a:ext uri="{FF2B5EF4-FFF2-40B4-BE49-F238E27FC236}">
                <a16:creationId xmlns:a16="http://schemas.microsoft.com/office/drawing/2014/main" id="{0BAE0A96-1ADC-DCC7-6A68-467E0195FAD8}"/>
              </a:ext>
            </a:extLst>
          </p:cNvPr>
          <p:cNvSpPr/>
          <p:nvPr/>
        </p:nvSpPr>
        <p:spPr>
          <a:xfrm>
            <a:off x="5284441" y="4575912"/>
            <a:ext cx="218002" cy="21508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5" name="直接连接符 324">
            <a:extLst>
              <a:ext uri="{FF2B5EF4-FFF2-40B4-BE49-F238E27FC236}">
                <a16:creationId xmlns:a16="http://schemas.microsoft.com/office/drawing/2014/main" id="{4BBAD87E-391F-70AC-F0E3-A7489FA2013B}"/>
              </a:ext>
            </a:extLst>
          </p:cNvPr>
          <p:cNvCxnSpPr>
            <a:cxnSpLocks/>
            <a:stCxn id="324" idx="0"/>
            <a:endCxn id="324" idx="2"/>
          </p:cNvCxnSpPr>
          <p:nvPr/>
        </p:nvCxnSpPr>
        <p:spPr>
          <a:xfrm>
            <a:off x="5393442" y="4575912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直接连接符 325">
            <a:extLst>
              <a:ext uri="{FF2B5EF4-FFF2-40B4-BE49-F238E27FC236}">
                <a16:creationId xmlns:a16="http://schemas.microsoft.com/office/drawing/2014/main" id="{0685A70C-5C0B-4183-7CA9-E87F5CF9803C}"/>
              </a:ext>
            </a:extLst>
          </p:cNvPr>
          <p:cNvCxnSpPr>
            <a:cxnSpLocks/>
            <a:stCxn id="324" idx="1"/>
            <a:endCxn id="324" idx="3"/>
          </p:cNvCxnSpPr>
          <p:nvPr/>
        </p:nvCxnSpPr>
        <p:spPr>
          <a:xfrm>
            <a:off x="5284441" y="4683456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矩形 326">
            <a:extLst>
              <a:ext uri="{FF2B5EF4-FFF2-40B4-BE49-F238E27FC236}">
                <a16:creationId xmlns:a16="http://schemas.microsoft.com/office/drawing/2014/main" id="{F79C20F2-1396-BA27-9759-C2FFFD6F6940}"/>
              </a:ext>
            </a:extLst>
          </p:cNvPr>
          <p:cNvSpPr/>
          <p:nvPr/>
        </p:nvSpPr>
        <p:spPr>
          <a:xfrm>
            <a:off x="5284441" y="4468369"/>
            <a:ext cx="218002" cy="215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8" name="直接连接符 327">
            <a:extLst>
              <a:ext uri="{FF2B5EF4-FFF2-40B4-BE49-F238E27FC236}">
                <a16:creationId xmlns:a16="http://schemas.microsoft.com/office/drawing/2014/main" id="{7F199D6E-25D8-4DF8-1F14-1436BE9621D9}"/>
              </a:ext>
            </a:extLst>
          </p:cNvPr>
          <p:cNvCxnSpPr>
            <a:cxnSpLocks/>
            <a:stCxn id="327" idx="0"/>
            <a:endCxn id="327" idx="2"/>
          </p:cNvCxnSpPr>
          <p:nvPr/>
        </p:nvCxnSpPr>
        <p:spPr>
          <a:xfrm>
            <a:off x="5393442" y="4468369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接连接符 328">
            <a:extLst>
              <a:ext uri="{FF2B5EF4-FFF2-40B4-BE49-F238E27FC236}">
                <a16:creationId xmlns:a16="http://schemas.microsoft.com/office/drawing/2014/main" id="{F8496C71-FB53-9C41-CCCD-81A67BFD36D8}"/>
              </a:ext>
            </a:extLst>
          </p:cNvPr>
          <p:cNvCxnSpPr>
            <a:cxnSpLocks/>
            <a:stCxn id="327" idx="1"/>
            <a:endCxn id="327" idx="3"/>
          </p:cNvCxnSpPr>
          <p:nvPr/>
        </p:nvCxnSpPr>
        <p:spPr>
          <a:xfrm>
            <a:off x="5284441" y="4575913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矩形 329">
            <a:extLst>
              <a:ext uri="{FF2B5EF4-FFF2-40B4-BE49-F238E27FC236}">
                <a16:creationId xmlns:a16="http://schemas.microsoft.com/office/drawing/2014/main" id="{28B04965-2833-5077-81E1-F7733D2E4E96}"/>
              </a:ext>
            </a:extLst>
          </p:cNvPr>
          <p:cNvSpPr/>
          <p:nvPr/>
        </p:nvSpPr>
        <p:spPr>
          <a:xfrm>
            <a:off x="5395879" y="4468369"/>
            <a:ext cx="218002" cy="215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1" name="直接连接符 330">
            <a:extLst>
              <a:ext uri="{FF2B5EF4-FFF2-40B4-BE49-F238E27FC236}">
                <a16:creationId xmlns:a16="http://schemas.microsoft.com/office/drawing/2014/main" id="{B6B1ABBF-4305-D7CA-F600-6867F00E69C0}"/>
              </a:ext>
            </a:extLst>
          </p:cNvPr>
          <p:cNvCxnSpPr>
            <a:cxnSpLocks/>
            <a:stCxn id="330" idx="0"/>
            <a:endCxn id="330" idx="2"/>
          </p:cNvCxnSpPr>
          <p:nvPr/>
        </p:nvCxnSpPr>
        <p:spPr>
          <a:xfrm>
            <a:off x="5504880" y="4468369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接连接符 331">
            <a:extLst>
              <a:ext uri="{FF2B5EF4-FFF2-40B4-BE49-F238E27FC236}">
                <a16:creationId xmlns:a16="http://schemas.microsoft.com/office/drawing/2014/main" id="{1513B041-86FC-30A8-BD5B-9CCD687FA8CB}"/>
              </a:ext>
            </a:extLst>
          </p:cNvPr>
          <p:cNvCxnSpPr>
            <a:cxnSpLocks/>
            <a:stCxn id="330" idx="1"/>
            <a:endCxn id="330" idx="3"/>
          </p:cNvCxnSpPr>
          <p:nvPr/>
        </p:nvCxnSpPr>
        <p:spPr>
          <a:xfrm>
            <a:off x="5395879" y="4575913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矩形 332">
            <a:extLst>
              <a:ext uri="{FF2B5EF4-FFF2-40B4-BE49-F238E27FC236}">
                <a16:creationId xmlns:a16="http://schemas.microsoft.com/office/drawing/2014/main" id="{3C6C520D-C21D-0B20-BE0F-D23145441A66}"/>
              </a:ext>
            </a:extLst>
          </p:cNvPr>
          <p:cNvSpPr/>
          <p:nvPr/>
        </p:nvSpPr>
        <p:spPr>
          <a:xfrm>
            <a:off x="5397069" y="4575912"/>
            <a:ext cx="218002" cy="2150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4" name="直接连接符 333">
            <a:extLst>
              <a:ext uri="{FF2B5EF4-FFF2-40B4-BE49-F238E27FC236}">
                <a16:creationId xmlns:a16="http://schemas.microsoft.com/office/drawing/2014/main" id="{41C3AFD3-6FD6-B81A-E175-CDB8A310E808}"/>
              </a:ext>
            </a:extLst>
          </p:cNvPr>
          <p:cNvCxnSpPr>
            <a:cxnSpLocks/>
            <a:stCxn id="333" idx="0"/>
            <a:endCxn id="333" idx="2"/>
          </p:cNvCxnSpPr>
          <p:nvPr/>
        </p:nvCxnSpPr>
        <p:spPr>
          <a:xfrm>
            <a:off x="5506070" y="4575912"/>
            <a:ext cx="0" cy="215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连接符 334">
            <a:extLst>
              <a:ext uri="{FF2B5EF4-FFF2-40B4-BE49-F238E27FC236}">
                <a16:creationId xmlns:a16="http://schemas.microsoft.com/office/drawing/2014/main" id="{752FFB53-A62B-3273-1B15-F161EFD9352E}"/>
              </a:ext>
            </a:extLst>
          </p:cNvPr>
          <p:cNvCxnSpPr>
            <a:cxnSpLocks/>
            <a:stCxn id="333" idx="1"/>
            <a:endCxn id="333" idx="3"/>
          </p:cNvCxnSpPr>
          <p:nvPr/>
        </p:nvCxnSpPr>
        <p:spPr>
          <a:xfrm>
            <a:off x="5397069" y="4683456"/>
            <a:ext cx="21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" name="圆角矩形 134">
            <a:extLst>
              <a:ext uri="{FF2B5EF4-FFF2-40B4-BE49-F238E27FC236}">
                <a16:creationId xmlns:a16="http://schemas.microsoft.com/office/drawing/2014/main" id="{BEFD8274-5E44-05AD-3926-07707468F2AE}"/>
              </a:ext>
            </a:extLst>
          </p:cNvPr>
          <p:cNvSpPr/>
          <p:nvPr/>
        </p:nvSpPr>
        <p:spPr>
          <a:xfrm rot="16200000">
            <a:off x="4643449" y="2292690"/>
            <a:ext cx="613410" cy="1854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MLP</a:t>
            </a:r>
          </a:p>
        </p:txBody>
      </p:sp>
      <p:sp>
        <p:nvSpPr>
          <p:cNvPr id="355" name="矩形 354">
            <a:extLst>
              <a:ext uri="{FF2B5EF4-FFF2-40B4-BE49-F238E27FC236}">
                <a16:creationId xmlns:a16="http://schemas.microsoft.com/office/drawing/2014/main" id="{5D9A62D7-51E6-1F71-400D-7B6C0ECBD855}"/>
              </a:ext>
            </a:extLst>
          </p:cNvPr>
          <p:cNvSpPr/>
          <p:nvPr/>
        </p:nvSpPr>
        <p:spPr>
          <a:xfrm>
            <a:off x="5794529" y="3009311"/>
            <a:ext cx="63010" cy="2627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B82E51F7-AB0A-DF8F-748B-D87CB7D7CD26}"/>
              </a:ext>
            </a:extLst>
          </p:cNvPr>
          <p:cNvSpPr/>
          <p:nvPr/>
        </p:nvSpPr>
        <p:spPr>
          <a:xfrm>
            <a:off x="5579300" y="3009311"/>
            <a:ext cx="63010" cy="2627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矩形 356">
            <a:extLst>
              <a:ext uri="{FF2B5EF4-FFF2-40B4-BE49-F238E27FC236}">
                <a16:creationId xmlns:a16="http://schemas.microsoft.com/office/drawing/2014/main" id="{D80DEDF6-4094-124A-C4A0-8EAE1D1D3037}"/>
              </a:ext>
            </a:extLst>
          </p:cNvPr>
          <p:cNvSpPr/>
          <p:nvPr/>
        </p:nvSpPr>
        <p:spPr>
          <a:xfrm>
            <a:off x="6011777" y="3009311"/>
            <a:ext cx="63010" cy="2627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0240B2FC-B77F-A82F-7713-6EA6F240C4B8}"/>
              </a:ext>
            </a:extLst>
          </p:cNvPr>
          <p:cNvSpPr/>
          <p:nvPr/>
        </p:nvSpPr>
        <p:spPr>
          <a:xfrm>
            <a:off x="5327539" y="3288378"/>
            <a:ext cx="63010" cy="2627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9" name="矩形 358">
            <a:extLst>
              <a:ext uri="{FF2B5EF4-FFF2-40B4-BE49-F238E27FC236}">
                <a16:creationId xmlns:a16="http://schemas.microsoft.com/office/drawing/2014/main" id="{F9BC2603-1F2F-BD0C-6FA7-5FF79F1DA6A1}"/>
              </a:ext>
            </a:extLst>
          </p:cNvPr>
          <p:cNvSpPr/>
          <p:nvPr/>
        </p:nvSpPr>
        <p:spPr>
          <a:xfrm>
            <a:off x="6305458" y="3272022"/>
            <a:ext cx="63010" cy="2627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A52F6977-8909-6CAC-9779-032B9CECA13F}"/>
              </a:ext>
            </a:extLst>
          </p:cNvPr>
          <p:cNvSpPr/>
          <p:nvPr/>
        </p:nvSpPr>
        <p:spPr>
          <a:xfrm>
            <a:off x="5794529" y="3470984"/>
            <a:ext cx="63010" cy="6924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3" name="连接符: 曲线 372">
            <a:extLst>
              <a:ext uri="{FF2B5EF4-FFF2-40B4-BE49-F238E27FC236}">
                <a16:creationId xmlns:a16="http://schemas.microsoft.com/office/drawing/2014/main" id="{FDD3B4DC-2A3E-B8CE-60F6-9AC7EA66A178}"/>
              </a:ext>
            </a:extLst>
          </p:cNvPr>
          <p:cNvCxnSpPr>
            <a:cxnSpLocks/>
            <a:stCxn id="358" idx="3"/>
            <a:endCxn id="355" idx="1"/>
          </p:cNvCxnSpPr>
          <p:nvPr/>
        </p:nvCxnSpPr>
        <p:spPr>
          <a:xfrm flipV="1">
            <a:off x="5390549" y="3140667"/>
            <a:ext cx="403980" cy="279067"/>
          </a:xfrm>
          <a:prstGeom prst="curved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连接符: 曲线 374">
            <a:extLst>
              <a:ext uri="{FF2B5EF4-FFF2-40B4-BE49-F238E27FC236}">
                <a16:creationId xmlns:a16="http://schemas.microsoft.com/office/drawing/2014/main" id="{14FAAED0-427E-D00A-751F-50BC3A3F55C9}"/>
              </a:ext>
            </a:extLst>
          </p:cNvPr>
          <p:cNvCxnSpPr>
            <a:cxnSpLocks/>
            <a:stCxn id="355" idx="3"/>
            <a:endCxn id="359" idx="1"/>
          </p:cNvCxnSpPr>
          <p:nvPr/>
        </p:nvCxnSpPr>
        <p:spPr>
          <a:xfrm>
            <a:off x="5857539" y="3140667"/>
            <a:ext cx="447919" cy="262711"/>
          </a:xfrm>
          <a:prstGeom prst="curvedConnector3">
            <a:avLst>
              <a:gd name="adj1" fmla="val 50000"/>
            </a:avLst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直接箭头连接符 378">
            <a:extLst>
              <a:ext uri="{FF2B5EF4-FFF2-40B4-BE49-F238E27FC236}">
                <a16:creationId xmlns:a16="http://schemas.microsoft.com/office/drawing/2014/main" id="{82C2E21A-0D4B-252F-0DCB-DE0B0AA06E44}"/>
              </a:ext>
            </a:extLst>
          </p:cNvPr>
          <p:cNvCxnSpPr>
            <a:cxnSpLocks/>
          </p:cNvCxnSpPr>
          <p:nvPr/>
        </p:nvCxnSpPr>
        <p:spPr>
          <a:xfrm>
            <a:off x="5642310" y="3055928"/>
            <a:ext cx="1502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直接箭头连接符 383">
            <a:extLst>
              <a:ext uri="{FF2B5EF4-FFF2-40B4-BE49-F238E27FC236}">
                <a16:creationId xmlns:a16="http://schemas.microsoft.com/office/drawing/2014/main" id="{C709D485-AF81-A77A-104E-EDDAA137C7C1}"/>
              </a:ext>
            </a:extLst>
          </p:cNvPr>
          <p:cNvCxnSpPr>
            <a:cxnSpLocks/>
          </p:cNvCxnSpPr>
          <p:nvPr/>
        </p:nvCxnSpPr>
        <p:spPr>
          <a:xfrm>
            <a:off x="5856468" y="3056170"/>
            <a:ext cx="1502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直接箭头连接符 384">
            <a:extLst>
              <a:ext uri="{FF2B5EF4-FFF2-40B4-BE49-F238E27FC236}">
                <a16:creationId xmlns:a16="http://schemas.microsoft.com/office/drawing/2014/main" id="{2442AAB2-0C61-C684-24EC-908D9BFC8237}"/>
              </a:ext>
            </a:extLst>
          </p:cNvPr>
          <p:cNvCxnSpPr>
            <a:cxnSpLocks/>
          </p:cNvCxnSpPr>
          <p:nvPr/>
        </p:nvCxnSpPr>
        <p:spPr>
          <a:xfrm>
            <a:off x="5424308" y="3059743"/>
            <a:ext cx="1502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接箭头连接符 385">
            <a:extLst>
              <a:ext uri="{FF2B5EF4-FFF2-40B4-BE49-F238E27FC236}">
                <a16:creationId xmlns:a16="http://schemas.microsoft.com/office/drawing/2014/main" id="{9474D670-5D7C-A3CF-7DE8-4A23293B79FE}"/>
              </a:ext>
            </a:extLst>
          </p:cNvPr>
          <p:cNvCxnSpPr>
            <a:cxnSpLocks/>
          </p:cNvCxnSpPr>
          <p:nvPr/>
        </p:nvCxnSpPr>
        <p:spPr>
          <a:xfrm>
            <a:off x="6079072" y="3053789"/>
            <a:ext cx="1502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直接箭头连接符 386">
            <a:extLst>
              <a:ext uri="{FF2B5EF4-FFF2-40B4-BE49-F238E27FC236}">
                <a16:creationId xmlns:a16="http://schemas.microsoft.com/office/drawing/2014/main" id="{C497A77E-263F-918A-B0E4-9425B520348E}"/>
              </a:ext>
            </a:extLst>
          </p:cNvPr>
          <p:cNvCxnSpPr>
            <a:cxnSpLocks/>
            <a:stCxn id="153" idx="1"/>
            <a:endCxn id="347" idx="2"/>
          </p:cNvCxnSpPr>
          <p:nvPr/>
        </p:nvCxnSpPr>
        <p:spPr>
          <a:xfrm flipH="1" flipV="1">
            <a:off x="5042864" y="2385400"/>
            <a:ext cx="276449" cy="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直接箭头连接符 390">
            <a:extLst>
              <a:ext uri="{FF2B5EF4-FFF2-40B4-BE49-F238E27FC236}">
                <a16:creationId xmlns:a16="http://schemas.microsoft.com/office/drawing/2014/main" id="{5ACE7EB9-7DD3-4A81-5E12-A2A549BA3C21}"/>
              </a:ext>
            </a:extLst>
          </p:cNvPr>
          <p:cNvCxnSpPr>
            <a:cxnSpLocks/>
          </p:cNvCxnSpPr>
          <p:nvPr/>
        </p:nvCxnSpPr>
        <p:spPr>
          <a:xfrm flipH="1">
            <a:off x="5709887" y="2360375"/>
            <a:ext cx="2186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连接符: 肘形 394">
            <a:extLst>
              <a:ext uri="{FF2B5EF4-FFF2-40B4-BE49-F238E27FC236}">
                <a16:creationId xmlns:a16="http://schemas.microsoft.com/office/drawing/2014/main" id="{0DF142F1-94EE-C860-CB4E-347E1BF71E83}"/>
              </a:ext>
            </a:extLst>
          </p:cNvPr>
          <p:cNvCxnSpPr>
            <a:cxnSpLocks/>
            <a:stCxn id="125" idx="3"/>
            <a:endCxn id="191" idx="3"/>
          </p:cNvCxnSpPr>
          <p:nvPr/>
        </p:nvCxnSpPr>
        <p:spPr>
          <a:xfrm>
            <a:off x="6196480" y="1677279"/>
            <a:ext cx="229554" cy="612301"/>
          </a:xfrm>
          <a:prstGeom prst="bentConnector3">
            <a:avLst>
              <a:gd name="adj1" fmla="val 1995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连接符: 肘形 396">
            <a:extLst>
              <a:ext uri="{FF2B5EF4-FFF2-40B4-BE49-F238E27FC236}">
                <a16:creationId xmlns:a16="http://schemas.microsoft.com/office/drawing/2014/main" id="{37D42FA7-3F42-1050-3E4E-4D25CDD6EAFB}"/>
              </a:ext>
            </a:extLst>
          </p:cNvPr>
          <p:cNvCxnSpPr>
            <a:cxnSpLocks/>
            <a:stCxn id="347" idx="1"/>
            <a:endCxn id="359" idx="2"/>
          </p:cNvCxnSpPr>
          <p:nvPr/>
        </p:nvCxnSpPr>
        <p:spPr>
          <a:xfrm rot="16200000" flipH="1">
            <a:off x="5222244" y="2420014"/>
            <a:ext cx="842628" cy="1386809"/>
          </a:xfrm>
          <a:prstGeom prst="bentConnector3">
            <a:avLst>
              <a:gd name="adj1" fmla="val 12712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箭头连接符 404">
            <a:extLst>
              <a:ext uri="{FF2B5EF4-FFF2-40B4-BE49-F238E27FC236}">
                <a16:creationId xmlns:a16="http://schemas.microsoft.com/office/drawing/2014/main" id="{9512120A-6541-ABE0-CF4E-A78FC789C594}"/>
              </a:ext>
            </a:extLst>
          </p:cNvPr>
          <p:cNvCxnSpPr>
            <a:cxnSpLocks/>
            <a:endCxn id="358" idx="2"/>
          </p:cNvCxnSpPr>
          <p:nvPr/>
        </p:nvCxnSpPr>
        <p:spPr>
          <a:xfrm flipV="1">
            <a:off x="5359044" y="3551089"/>
            <a:ext cx="0" cy="212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直接箭头连接符 408">
            <a:extLst>
              <a:ext uri="{FF2B5EF4-FFF2-40B4-BE49-F238E27FC236}">
                <a16:creationId xmlns:a16="http://schemas.microsoft.com/office/drawing/2014/main" id="{367AF4F9-F8EE-A253-C8CF-C4A0547C4140}"/>
              </a:ext>
            </a:extLst>
          </p:cNvPr>
          <p:cNvCxnSpPr>
            <a:cxnSpLocks/>
            <a:endCxn id="360" idx="2"/>
          </p:cNvCxnSpPr>
          <p:nvPr/>
        </p:nvCxnSpPr>
        <p:spPr>
          <a:xfrm flipV="1">
            <a:off x="5826034" y="3540231"/>
            <a:ext cx="0" cy="2217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直接箭头连接符 412">
            <a:extLst>
              <a:ext uri="{FF2B5EF4-FFF2-40B4-BE49-F238E27FC236}">
                <a16:creationId xmlns:a16="http://schemas.microsoft.com/office/drawing/2014/main" id="{C089FA9B-D304-6689-5D30-324FAB902A2D}"/>
              </a:ext>
            </a:extLst>
          </p:cNvPr>
          <p:cNvCxnSpPr>
            <a:cxnSpLocks/>
            <a:stCxn id="360" idx="0"/>
            <a:endCxn id="355" idx="2"/>
          </p:cNvCxnSpPr>
          <p:nvPr/>
        </p:nvCxnSpPr>
        <p:spPr>
          <a:xfrm flipV="1">
            <a:off x="5826034" y="3272022"/>
            <a:ext cx="0" cy="198962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直接箭头连接符 415">
            <a:extLst>
              <a:ext uri="{FF2B5EF4-FFF2-40B4-BE49-F238E27FC236}">
                <a16:creationId xmlns:a16="http://schemas.microsoft.com/office/drawing/2014/main" id="{DC84ED56-0002-7E5B-69AA-0B031105A768}"/>
              </a:ext>
            </a:extLst>
          </p:cNvPr>
          <p:cNvCxnSpPr>
            <a:cxnSpLocks/>
            <a:stCxn id="360" idx="1"/>
          </p:cNvCxnSpPr>
          <p:nvPr/>
        </p:nvCxnSpPr>
        <p:spPr>
          <a:xfrm flipH="1">
            <a:off x="5403056" y="3505608"/>
            <a:ext cx="391473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连接符: 肘形 420">
            <a:extLst>
              <a:ext uri="{FF2B5EF4-FFF2-40B4-BE49-F238E27FC236}">
                <a16:creationId xmlns:a16="http://schemas.microsoft.com/office/drawing/2014/main" id="{FDAEB30B-952F-C2A8-423C-C4989E2D7E12}"/>
              </a:ext>
            </a:extLst>
          </p:cNvPr>
          <p:cNvCxnSpPr>
            <a:cxnSpLocks/>
            <a:stCxn id="118" idx="1"/>
            <a:endCxn id="137" idx="3"/>
          </p:cNvCxnSpPr>
          <p:nvPr/>
        </p:nvCxnSpPr>
        <p:spPr>
          <a:xfrm rot="10800000" flipV="1">
            <a:off x="4744354" y="1112460"/>
            <a:ext cx="838717" cy="23055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连接符: 肘形 423">
            <a:extLst>
              <a:ext uri="{FF2B5EF4-FFF2-40B4-BE49-F238E27FC236}">
                <a16:creationId xmlns:a16="http://schemas.microsoft.com/office/drawing/2014/main" id="{02BC3E1C-B95A-26C3-B277-0DCC79C2C382}"/>
              </a:ext>
            </a:extLst>
          </p:cNvPr>
          <p:cNvCxnSpPr>
            <a:cxnSpLocks/>
            <a:stCxn id="137" idx="1"/>
            <a:endCxn id="138" idx="2"/>
          </p:cNvCxnSpPr>
          <p:nvPr/>
        </p:nvCxnSpPr>
        <p:spPr>
          <a:xfrm rot="16200000" flipH="1">
            <a:off x="4397778" y="4378026"/>
            <a:ext cx="1654498" cy="9613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直接箭头连接符 427">
            <a:extLst>
              <a:ext uri="{FF2B5EF4-FFF2-40B4-BE49-F238E27FC236}">
                <a16:creationId xmlns:a16="http://schemas.microsoft.com/office/drawing/2014/main" id="{9BF3104B-9D0A-E4CA-025B-262C2DDB93EC}"/>
              </a:ext>
            </a:extLst>
          </p:cNvPr>
          <p:cNvCxnSpPr>
            <a:cxnSpLocks/>
            <a:stCxn id="146" idx="2"/>
            <a:endCxn id="138" idx="0"/>
          </p:cNvCxnSpPr>
          <p:nvPr/>
        </p:nvCxnSpPr>
        <p:spPr>
          <a:xfrm>
            <a:off x="5826035" y="5447759"/>
            <a:ext cx="0" cy="1127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直接箭头连接符 430">
            <a:extLst>
              <a:ext uri="{FF2B5EF4-FFF2-40B4-BE49-F238E27FC236}">
                <a16:creationId xmlns:a16="http://schemas.microsoft.com/office/drawing/2014/main" id="{FF6321C9-1319-A30E-C956-16C9CDE2B7BB}"/>
              </a:ext>
            </a:extLst>
          </p:cNvPr>
          <p:cNvCxnSpPr>
            <a:cxnSpLocks/>
            <a:stCxn id="138" idx="4"/>
            <a:endCxn id="147" idx="0"/>
          </p:cNvCxnSpPr>
          <p:nvPr/>
        </p:nvCxnSpPr>
        <p:spPr>
          <a:xfrm>
            <a:off x="5826035" y="5811362"/>
            <a:ext cx="0" cy="115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直接箭头连接符 433">
            <a:extLst>
              <a:ext uri="{FF2B5EF4-FFF2-40B4-BE49-F238E27FC236}">
                <a16:creationId xmlns:a16="http://schemas.microsoft.com/office/drawing/2014/main" id="{8339F4EF-C757-95EB-8537-3F6C2BA363B8}"/>
              </a:ext>
            </a:extLst>
          </p:cNvPr>
          <p:cNvCxnSpPr>
            <a:cxnSpLocks/>
            <a:stCxn id="147" idx="2"/>
          </p:cNvCxnSpPr>
          <p:nvPr/>
        </p:nvCxnSpPr>
        <p:spPr>
          <a:xfrm flipH="1">
            <a:off x="5824611" y="6111941"/>
            <a:ext cx="1424" cy="1504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连接符: 肘形 450">
            <a:extLst>
              <a:ext uri="{FF2B5EF4-FFF2-40B4-BE49-F238E27FC236}">
                <a16:creationId xmlns:a16="http://schemas.microsoft.com/office/drawing/2014/main" id="{84A7E3E2-CE7D-D8FD-40CE-0FCFF4459245}"/>
              </a:ext>
            </a:extLst>
          </p:cNvPr>
          <p:cNvCxnSpPr>
            <a:cxnSpLocks/>
            <a:stCxn id="359" idx="3"/>
            <a:endCxn id="291" idx="3"/>
          </p:cNvCxnSpPr>
          <p:nvPr/>
        </p:nvCxnSpPr>
        <p:spPr>
          <a:xfrm flipH="1">
            <a:off x="6349683" y="3403378"/>
            <a:ext cx="18785" cy="1097020"/>
          </a:xfrm>
          <a:prstGeom prst="bentConnector3">
            <a:avLst>
              <a:gd name="adj1" fmla="val -121692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连接符: 肘形 453">
            <a:extLst>
              <a:ext uri="{FF2B5EF4-FFF2-40B4-BE49-F238E27FC236}">
                <a16:creationId xmlns:a16="http://schemas.microsoft.com/office/drawing/2014/main" id="{143BFDB8-A792-B755-5451-DD4478948900}"/>
              </a:ext>
            </a:extLst>
          </p:cNvPr>
          <p:cNvCxnSpPr>
            <a:cxnSpLocks/>
            <a:stCxn id="327" idx="1"/>
            <a:endCxn id="132" idx="1"/>
          </p:cNvCxnSpPr>
          <p:nvPr/>
        </p:nvCxnSpPr>
        <p:spPr>
          <a:xfrm rot="10800000" flipH="1" flipV="1">
            <a:off x="5284441" y="4575913"/>
            <a:ext cx="234978" cy="593622"/>
          </a:xfrm>
          <a:prstGeom prst="bentConnector3">
            <a:avLst>
              <a:gd name="adj1" fmla="val -9728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圆角矩形 229">
            <a:extLst>
              <a:ext uri="{FF2B5EF4-FFF2-40B4-BE49-F238E27FC236}">
                <a16:creationId xmlns:a16="http://schemas.microsoft.com/office/drawing/2014/main" id="{94DF5C6A-1DEB-7F0F-F086-C48A76DCD390}"/>
              </a:ext>
            </a:extLst>
          </p:cNvPr>
          <p:cNvSpPr/>
          <p:nvPr/>
        </p:nvSpPr>
        <p:spPr>
          <a:xfrm>
            <a:off x="7013525" y="3429000"/>
            <a:ext cx="2361882" cy="1482190"/>
          </a:xfrm>
          <a:prstGeom prst="roundRect">
            <a:avLst>
              <a:gd name="adj" fmla="val 3523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</a:t>
            </a:r>
          </a:p>
        </p:txBody>
      </p:sp>
      <p:sp>
        <p:nvSpPr>
          <p:cNvPr id="466" name="圆角矩形 33">
            <a:extLst>
              <a:ext uri="{FF2B5EF4-FFF2-40B4-BE49-F238E27FC236}">
                <a16:creationId xmlns:a16="http://schemas.microsoft.com/office/drawing/2014/main" id="{2C1C7A1D-7797-B5A8-5A57-090F89B34092}"/>
              </a:ext>
            </a:extLst>
          </p:cNvPr>
          <p:cNvSpPr/>
          <p:nvPr/>
        </p:nvSpPr>
        <p:spPr>
          <a:xfrm>
            <a:off x="7748379" y="3862601"/>
            <a:ext cx="818515" cy="377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CCSM</a:t>
            </a:r>
          </a:p>
        </p:txBody>
      </p:sp>
      <p:sp>
        <p:nvSpPr>
          <p:cNvPr id="467" name="圆角矩形 134">
            <a:extLst>
              <a:ext uri="{FF2B5EF4-FFF2-40B4-BE49-F238E27FC236}">
                <a16:creationId xmlns:a16="http://schemas.microsoft.com/office/drawing/2014/main" id="{E568ED1A-F1E6-B34D-9EE4-BD60A78E183E}"/>
              </a:ext>
            </a:extLst>
          </p:cNvPr>
          <p:cNvSpPr/>
          <p:nvPr/>
        </p:nvSpPr>
        <p:spPr>
          <a:xfrm>
            <a:off x="7585481" y="4383441"/>
            <a:ext cx="505053" cy="1854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CA</a:t>
            </a:r>
          </a:p>
        </p:txBody>
      </p:sp>
      <p:sp>
        <p:nvSpPr>
          <p:cNvPr id="468" name="圆角矩形 134">
            <a:extLst>
              <a:ext uri="{FF2B5EF4-FFF2-40B4-BE49-F238E27FC236}">
                <a16:creationId xmlns:a16="http://schemas.microsoft.com/office/drawing/2014/main" id="{727F66F5-973D-6171-E482-7B2CAE41EB1E}"/>
              </a:ext>
            </a:extLst>
          </p:cNvPr>
          <p:cNvSpPr/>
          <p:nvPr/>
        </p:nvSpPr>
        <p:spPr>
          <a:xfrm>
            <a:off x="8283763" y="4382839"/>
            <a:ext cx="505053" cy="1854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SA</a:t>
            </a:r>
          </a:p>
        </p:txBody>
      </p:sp>
      <p:sp>
        <p:nvSpPr>
          <p:cNvPr id="478" name="文本框 477">
            <a:extLst>
              <a:ext uri="{FF2B5EF4-FFF2-40B4-BE49-F238E27FC236}">
                <a16:creationId xmlns:a16="http://schemas.microsoft.com/office/drawing/2014/main" id="{FB1FF8D6-5D80-DFED-B1AF-1ECF2490F3D2}"/>
              </a:ext>
            </a:extLst>
          </p:cNvPr>
          <p:cNvSpPr txBox="1"/>
          <p:nvPr/>
        </p:nvSpPr>
        <p:spPr>
          <a:xfrm>
            <a:off x="7042267" y="3475382"/>
            <a:ext cx="1166743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600">
                <a:latin typeface="+mj-lt"/>
                <a:cs typeface="+mj-lt"/>
              </a:rPr>
              <a:t>(C)CS-CCSM</a:t>
            </a:r>
            <a:endParaRPr lang="zh-CN" altLang="en-US" sz="1600">
              <a:latin typeface="+mj-lt"/>
              <a:cs typeface="+mj-lt"/>
            </a:endParaRPr>
          </a:p>
        </p:txBody>
      </p:sp>
      <p:cxnSp>
        <p:nvCxnSpPr>
          <p:cNvPr id="483" name="直接箭头连接符 482">
            <a:extLst>
              <a:ext uri="{FF2B5EF4-FFF2-40B4-BE49-F238E27FC236}">
                <a16:creationId xmlns:a16="http://schemas.microsoft.com/office/drawing/2014/main" id="{A333D20E-E337-BF3B-417F-30F96CFCD492}"/>
              </a:ext>
            </a:extLst>
          </p:cNvPr>
          <p:cNvCxnSpPr>
            <a:cxnSpLocks/>
            <a:stCxn id="467" idx="3"/>
            <a:endCxn id="468" idx="1"/>
          </p:cNvCxnSpPr>
          <p:nvPr/>
        </p:nvCxnSpPr>
        <p:spPr>
          <a:xfrm flipV="1">
            <a:off x="8090534" y="4475549"/>
            <a:ext cx="193229" cy="6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7" name="文本框 486">
            <a:extLst>
              <a:ext uri="{FF2B5EF4-FFF2-40B4-BE49-F238E27FC236}">
                <a16:creationId xmlns:a16="http://schemas.microsoft.com/office/drawing/2014/main" id="{D40C3910-A876-C22A-8025-105AB18CEF7E}"/>
              </a:ext>
            </a:extLst>
          </p:cNvPr>
          <p:cNvSpPr txBox="1"/>
          <p:nvPr/>
        </p:nvSpPr>
        <p:spPr>
          <a:xfrm>
            <a:off x="5080197" y="1871575"/>
            <a:ext cx="1469006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>
                <a:latin typeface="+mj-lt"/>
                <a:cs typeface="+mj-lt"/>
              </a:rPr>
              <a:t>Feature Aggression</a:t>
            </a:r>
            <a:endParaRPr lang="zh-CN" altLang="en-US" sz="1000">
              <a:latin typeface="+mj-lt"/>
              <a:cs typeface="+mj-lt"/>
            </a:endParaRPr>
          </a:p>
        </p:txBody>
      </p:sp>
      <p:sp>
        <p:nvSpPr>
          <p:cNvPr id="488" name="文本框 487">
            <a:extLst>
              <a:ext uri="{FF2B5EF4-FFF2-40B4-BE49-F238E27FC236}">
                <a16:creationId xmlns:a16="http://schemas.microsoft.com/office/drawing/2014/main" id="{5DE6564E-4408-DFAB-1352-98977165FA69}"/>
              </a:ext>
            </a:extLst>
          </p:cNvPr>
          <p:cNvSpPr txBox="1"/>
          <p:nvPr/>
        </p:nvSpPr>
        <p:spPr>
          <a:xfrm>
            <a:off x="5217851" y="4019237"/>
            <a:ext cx="126354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100">
                <a:latin typeface="+mj-lt"/>
                <a:cs typeface="+mj-lt"/>
              </a:rPr>
              <a:t>Score  Diffusion</a:t>
            </a:r>
            <a:endParaRPr lang="zh-CN" altLang="en-US" sz="1100">
              <a:latin typeface="+mj-lt"/>
              <a:cs typeface="+mj-lt"/>
            </a:endParaRPr>
          </a:p>
        </p:txBody>
      </p:sp>
      <p:cxnSp>
        <p:nvCxnSpPr>
          <p:cNvPr id="490" name="直接箭头连接符 489">
            <a:extLst>
              <a:ext uri="{FF2B5EF4-FFF2-40B4-BE49-F238E27FC236}">
                <a16:creationId xmlns:a16="http://schemas.microsoft.com/office/drawing/2014/main" id="{D74E30C5-4EFD-83AE-316C-22B2090A76EF}"/>
              </a:ext>
            </a:extLst>
          </p:cNvPr>
          <p:cNvCxnSpPr>
            <a:cxnSpLocks/>
          </p:cNvCxnSpPr>
          <p:nvPr/>
        </p:nvCxnSpPr>
        <p:spPr>
          <a:xfrm flipH="1">
            <a:off x="5773622" y="4546007"/>
            <a:ext cx="1783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连接符: 肘形 498">
            <a:extLst>
              <a:ext uri="{FF2B5EF4-FFF2-40B4-BE49-F238E27FC236}">
                <a16:creationId xmlns:a16="http://schemas.microsoft.com/office/drawing/2014/main" id="{AEA52264-6CF9-5D16-1F38-14972144854D}"/>
              </a:ext>
            </a:extLst>
          </p:cNvPr>
          <p:cNvCxnSpPr>
            <a:cxnSpLocks/>
            <a:stCxn id="466" idx="1"/>
            <a:endCxn id="467" idx="1"/>
          </p:cNvCxnSpPr>
          <p:nvPr/>
        </p:nvCxnSpPr>
        <p:spPr>
          <a:xfrm rot="10800000" flipV="1">
            <a:off x="7585481" y="4051513"/>
            <a:ext cx="162898" cy="424637"/>
          </a:xfrm>
          <a:prstGeom prst="bentConnector3">
            <a:avLst>
              <a:gd name="adj1" fmla="val 200378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连接符: 肘形 501">
            <a:extLst>
              <a:ext uri="{FF2B5EF4-FFF2-40B4-BE49-F238E27FC236}">
                <a16:creationId xmlns:a16="http://schemas.microsoft.com/office/drawing/2014/main" id="{EF0ADDC0-F9F4-16C4-7D1F-0F597D7EB8A0}"/>
              </a:ext>
            </a:extLst>
          </p:cNvPr>
          <p:cNvCxnSpPr>
            <a:cxnSpLocks/>
            <a:stCxn id="466" idx="3"/>
            <a:endCxn id="468" idx="3"/>
          </p:cNvCxnSpPr>
          <p:nvPr/>
        </p:nvCxnSpPr>
        <p:spPr>
          <a:xfrm>
            <a:off x="8566894" y="4051514"/>
            <a:ext cx="221922" cy="424035"/>
          </a:xfrm>
          <a:prstGeom prst="bentConnector3">
            <a:avLst>
              <a:gd name="adj1" fmla="val 15937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B5944D1D-42AA-CA49-4ED3-D87DAB117EA3}"/>
              </a:ext>
            </a:extLst>
          </p:cNvPr>
          <p:cNvCxnSpPr>
            <a:cxnSpLocks/>
          </p:cNvCxnSpPr>
          <p:nvPr/>
        </p:nvCxnSpPr>
        <p:spPr>
          <a:xfrm>
            <a:off x="7267991" y="4240471"/>
            <a:ext cx="1595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直接箭头连接符 509">
            <a:extLst>
              <a:ext uri="{FF2B5EF4-FFF2-40B4-BE49-F238E27FC236}">
                <a16:creationId xmlns:a16="http://schemas.microsoft.com/office/drawing/2014/main" id="{3E083930-1094-614A-13C2-CAB2EA7DCE99}"/>
              </a:ext>
            </a:extLst>
          </p:cNvPr>
          <p:cNvCxnSpPr>
            <a:cxnSpLocks/>
          </p:cNvCxnSpPr>
          <p:nvPr/>
        </p:nvCxnSpPr>
        <p:spPr>
          <a:xfrm>
            <a:off x="8925341" y="4260948"/>
            <a:ext cx="2262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圆角矩形 229">
            <a:extLst>
              <a:ext uri="{FF2B5EF4-FFF2-40B4-BE49-F238E27FC236}">
                <a16:creationId xmlns:a16="http://schemas.microsoft.com/office/drawing/2014/main" id="{3D821291-E798-E08B-73D6-30BE193F7A89}"/>
              </a:ext>
            </a:extLst>
          </p:cNvPr>
          <p:cNvSpPr/>
          <p:nvPr/>
        </p:nvSpPr>
        <p:spPr>
          <a:xfrm>
            <a:off x="7004314" y="483262"/>
            <a:ext cx="2361882" cy="2863215"/>
          </a:xfrm>
          <a:prstGeom prst="roundRect">
            <a:avLst>
              <a:gd name="adj" fmla="val 3523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515" name="圆角矩形 33">
            <a:extLst>
              <a:ext uri="{FF2B5EF4-FFF2-40B4-BE49-F238E27FC236}">
                <a16:creationId xmlns:a16="http://schemas.microsoft.com/office/drawing/2014/main" id="{07075F7E-1160-3344-3976-166097E9523E}"/>
              </a:ext>
            </a:extLst>
          </p:cNvPr>
          <p:cNvSpPr/>
          <p:nvPr/>
        </p:nvSpPr>
        <p:spPr>
          <a:xfrm>
            <a:off x="7171806" y="1679183"/>
            <a:ext cx="609041" cy="2984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CCSM</a:t>
            </a:r>
          </a:p>
        </p:txBody>
      </p:sp>
      <p:sp>
        <p:nvSpPr>
          <p:cNvPr id="518" name="圆角矩形 134">
            <a:extLst>
              <a:ext uri="{FF2B5EF4-FFF2-40B4-BE49-F238E27FC236}">
                <a16:creationId xmlns:a16="http://schemas.microsoft.com/office/drawing/2014/main" id="{BD7F4465-7A76-79E2-2BC1-D75BB51C91B8}"/>
              </a:ext>
            </a:extLst>
          </p:cNvPr>
          <p:cNvSpPr/>
          <p:nvPr/>
        </p:nvSpPr>
        <p:spPr>
          <a:xfrm>
            <a:off x="7920296" y="1169998"/>
            <a:ext cx="613410" cy="1854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  <a:latin typeface="+mj-lt"/>
                <a:cs typeface="+mj-lt"/>
              </a:rPr>
              <a:t>Conv 3x3</a:t>
            </a:r>
          </a:p>
        </p:txBody>
      </p:sp>
      <p:sp>
        <p:nvSpPr>
          <p:cNvPr id="519" name="圆角矩形 134">
            <a:extLst>
              <a:ext uri="{FF2B5EF4-FFF2-40B4-BE49-F238E27FC236}">
                <a16:creationId xmlns:a16="http://schemas.microsoft.com/office/drawing/2014/main" id="{469F0161-81E1-AB9D-D8C9-7B67F0E0C523}"/>
              </a:ext>
            </a:extLst>
          </p:cNvPr>
          <p:cNvSpPr/>
          <p:nvPr/>
        </p:nvSpPr>
        <p:spPr>
          <a:xfrm>
            <a:off x="7921972" y="1357307"/>
            <a:ext cx="613410" cy="1854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BN</a:t>
            </a:r>
          </a:p>
        </p:txBody>
      </p:sp>
      <p:sp>
        <p:nvSpPr>
          <p:cNvPr id="520" name="圆角矩形 134">
            <a:extLst>
              <a:ext uri="{FF2B5EF4-FFF2-40B4-BE49-F238E27FC236}">
                <a16:creationId xmlns:a16="http://schemas.microsoft.com/office/drawing/2014/main" id="{12DF4A8A-3C2E-89D6-5BCF-C10D7CBBA365}"/>
              </a:ext>
            </a:extLst>
          </p:cNvPr>
          <p:cNvSpPr/>
          <p:nvPr/>
        </p:nvSpPr>
        <p:spPr>
          <a:xfrm>
            <a:off x="7924343" y="1543779"/>
            <a:ext cx="613410" cy="1854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SiLU</a:t>
            </a:r>
          </a:p>
        </p:txBody>
      </p:sp>
      <p:sp>
        <p:nvSpPr>
          <p:cNvPr id="521" name="圆角矩形 134">
            <a:extLst>
              <a:ext uri="{FF2B5EF4-FFF2-40B4-BE49-F238E27FC236}">
                <a16:creationId xmlns:a16="http://schemas.microsoft.com/office/drawing/2014/main" id="{5F0FF92E-3222-3507-277D-F1AF041F539C}"/>
              </a:ext>
            </a:extLst>
          </p:cNvPr>
          <p:cNvSpPr/>
          <p:nvPr/>
        </p:nvSpPr>
        <p:spPr>
          <a:xfrm>
            <a:off x="7927439" y="1735698"/>
            <a:ext cx="613410" cy="1854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  <a:latin typeface="+mj-lt"/>
                <a:cs typeface="+mj-lt"/>
              </a:rPr>
              <a:t>Conv 1x1</a:t>
            </a:r>
          </a:p>
        </p:txBody>
      </p:sp>
      <p:sp>
        <p:nvSpPr>
          <p:cNvPr id="522" name="圆角矩形 134">
            <a:extLst>
              <a:ext uri="{FF2B5EF4-FFF2-40B4-BE49-F238E27FC236}">
                <a16:creationId xmlns:a16="http://schemas.microsoft.com/office/drawing/2014/main" id="{8069600D-0750-071B-9004-9BF226057987}"/>
              </a:ext>
            </a:extLst>
          </p:cNvPr>
          <p:cNvSpPr/>
          <p:nvPr/>
        </p:nvSpPr>
        <p:spPr>
          <a:xfrm>
            <a:off x="7930307" y="1925235"/>
            <a:ext cx="613410" cy="1854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BN</a:t>
            </a:r>
          </a:p>
        </p:txBody>
      </p:sp>
      <p:sp>
        <p:nvSpPr>
          <p:cNvPr id="523" name="圆角矩形 134">
            <a:extLst>
              <a:ext uri="{FF2B5EF4-FFF2-40B4-BE49-F238E27FC236}">
                <a16:creationId xmlns:a16="http://schemas.microsoft.com/office/drawing/2014/main" id="{C320C83F-C30F-A63B-F7EB-EE6D7C67D7EA}"/>
              </a:ext>
            </a:extLst>
          </p:cNvPr>
          <p:cNvSpPr/>
          <p:nvPr/>
        </p:nvSpPr>
        <p:spPr>
          <a:xfrm>
            <a:off x="7931486" y="2119116"/>
            <a:ext cx="613410" cy="1854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Sigmoid</a:t>
            </a:r>
          </a:p>
        </p:txBody>
      </p:sp>
      <p:sp>
        <p:nvSpPr>
          <p:cNvPr id="524" name="流程图: 汇总连接 523">
            <a:extLst>
              <a:ext uri="{FF2B5EF4-FFF2-40B4-BE49-F238E27FC236}">
                <a16:creationId xmlns:a16="http://schemas.microsoft.com/office/drawing/2014/main" id="{A140A459-C8CB-9B9A-83F3-A50AC2841D4A}"/>
              </a:ext>
            </a:extLst>
          </p:cNvPr>
          <p:cNvSpPr/>
          <p:nvPr/>
        </p:nvSpPr>
        <p:spPr>
          <a:xfrm>
            <a:off x="8126987" y="2733261"/>
            <a:ext cx="236220" cy="233814"/>
          </a:xfrm>
          <a:prstGeom prst="flowChartSummingJunct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6" name="连接符: 肘形 525">
            <a:extLst>
              <a:ext uri="{FF2B5EF4-FFF2-40B4-BE49-F238E27FC236}">
                <a16:creationId xmlns:a16="http://schemas.microsoft.com/office/drawing/2014/main" id="{C34AF94B-3C31-29DE-4807-73B7D8DDFD41}"/>
              </a:ext>
            </a:extLst>
          </p:cNvPr>
          <p:cNvCxnSpPr>
            <a:cxnSpLocks/>
            <a:stCxn id="523" idx="2"/>
            <a:endCxn id="528" idx="6"/>
          </p:cNvCxnSpPr>
          <p:nvPr/>
        </p:nvCxnSpPr>
        <p:spPr>
          <a:xfrm rot="5400000">
            <a:off x="7989749" y="2288312"/>
            <a:ext cx="232218" cy="26466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8" name="流程图: 或者 527">
            <a:extLst>
              <a:ext uri="{FF2B5EF4-FFF2-40B4-BE49-F238E27FC236}">
                <a16:creationId xmlns:a16="http://schemas.microsoft.com/office/drawing/2014/main" id="{F9551411-C310-37B7-638D-98D8D7CF1BE8}"/>
              </a:ext>
            </a:extLst>
          </p:cNvPr>
          <p:cNvSpPr/>
          <p:nvPr/>
        </p:nvSpPr>
        <p:spPr>
          <a:xfrm>
            <a:off x="7770960" y="2436741"/>
            <a:ext cx="202565" cy="200025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0" name="连接符: 肘形 529">
            <a:extLst>
              <a:ext uri="{FF2B5EF4-FFF2-40B4-BE49-F238E27FC236}">
                <a16:creationId xmlns:a16="http://schemas.microsoft.com/office/drawing/2014/main" id="{419DF48C-C3B6-99F3-AF7C-FA8793635331}"/>
              </a:ext>
            </a:extLst>
          </p:cNvPr>
          <p:cNvCxnSpPr>
            <a:cxnSpLocks/>
            <a:stCxn id="515" idx="2"/>
            <a:endCxn id="528" idx="2"/>
          </p:cNvCxnSpPr>
          <p:nvPr/>
        </p:nvCxnSpPr>
        <p:spPr>
          <a:xfrm rot="16200000" flipH="1">
            <a:off x="7344083" y="2109876"/>
            <a:ext cx="559121" cy="29463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4" name="文本框 533">
            <a:extLst>
              <a:ext uri="{FF2B5EF4-FFF2-40B4-BE49-F238E27FC236}">
                <a16:creationId xmlns:a16="http://schemas.microsoft.com/office/drawing/2014/main" id="{425A5ED9-EDB4-4AA1-C87C-D14C4E0510BD}"/>
              </a:ext>
            </a:extLst>
          </p:cNvPr>
          <p:cNvSpPr txBox="1"/>
          <p:nvPr/>
        </p:nvSpPr>
        <p:spPr>
          <a:xfrm>
            <a:off x="7119384" y="2401936"/>
            <a:ext cx="407264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>
                <a:latin typeface="+mj-lt"/>
                <a:cs typeface="+mj-lt"/>
              </a:rPr>
              <a:t>*λ</a:t>
            </a:r>
            <a:endParaRPr lang="zh-CN" altLang="en-US" sz="1000">
              <a:latin typeface="+mj-lt"/>
              <a:cs typeface="+mj-lt"/>
            </a:endParaRPr>
          </a:p>
        </p:txBody>
      </p:sp>
      <p:sp>
        <p:nvSpPr>
          <p:cNvPr id="535" name="文本框 534">
            <a:extLst>
              <a:ext uri="{FF2B5EF4-FFF2-40B4-BE49-F238E27FC236}">
                <a16:creationId xmlns:a16="http://schemas.microsoft.com/office/drawing/2014/main" id="{4C3348FB-1543-FEC8-88DA-DE3D8EE1412C}"/>
              </a:ext>
            </a:extLst>
          </p:cNvPr>
          <p:cNvSpPr txBox="1"/>
          <p:nvPr/>
        </p:nvSpPr>
        <p:spPr>
          <a:xfrm>
            <a:off x="8158332" y="2369192"/>
            <a:ext cx="498146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>
                <a:latin typeface="+mj-lt"/>
                <a:cs typeface="+mj-lt"/>
              </a:rPr>
              <a:t>*(1-λ)</a:t>
            </a:r>
            <a:endParaRPr lang="zh-CN" altLang="en-US" sz="1000">
              <a:latin typeface="+mj-lt"/>
              <a:cs typeface="+mj-lt"/>
            </a:endParaRPr>
          </a:p>
        </p:txBody>
      </p:sp>
      <p:cxnSp>
        <p:nvCxnSpPr>
          <p:cNvPr id="540" name="连接符: 肘形 539">
            <a:extLst>
              <a:ext uri="{FF2B5EF4-FFF2-40B4-BE49-F238E27FC236}">
                <a16:creationId xmlns:a16="http://schemas.microsoft.com/office/drawing/2014/main" id="{81BBD224-E060-B9F6-9B2F-6E3461A0A6E0}"/>
              </a:ext>
            </a:extLst>
          </p:cNvPr>
          <p:cNvCxnSpPr>
            <a:cxnSpLocks/>
            <a:stCxn id="515" idx="0"/>
            <a:endCxn id="524" idx="6"/>
          </p:cNvCxnSpPr>
          <p:nvPr/>
        </p:nvCxnSpPr>
        <p:spPr>
          <a:xfrm rot="16200000" flipH="1">
            <a:off x="7334274" y="1821235"/>
            <a:ext cx="1170985" cy="886880"/>
          </a:xfrm>
          <a:prstGeom prst="bentConnector4">
            <a:avLst>
              <a:gd name="adj1" fmla="val -58024"/>
              <a:gd name="adj2" fmla="val 160860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直接箭头连接符 544">
            <a:extLst>
              <a:ext uri="{FF2B5EF4-FFF2-40B4-BE49-F238E27FC236}">
                <a16:creationId xmlns:a16="http://schemas.microsoft.com/office/drawing/2014/main" id="{86911AD7-BD48-A2FE-C53B-F9CF2AD01213}"/>
              </a:ext>
            </a:extLst>
          </p:cNvPr>
          <p:cNvCxnSpPr>
            <a:cxnSpLocks/>
            <a:endCxn id="518" idx="0"/>
          </p:cNvCxnSpPr>
          <p:nvPr/>
        </p:nvCxnSpPr>
        <p:spPr>
          <a:xfrm>
            <a:off x="8227001" y="852118"/>
            <a:ext cx="0" cy="3178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连接符: 肘形 553">
            <a:extLst>
              <a:ext uri="{FF2B5EF4-FFF2-40B4-BE49-F238E27FC236}">
                <a16:creationId xmlns:a16="http://schemas.microsoft.com/office/drawing/2014/main" id="{A93EEE83-3AFD-CD16-985B-86C247F9FA23}"/>
              </a:ext>
            </a:extLst>
          </p:cNvPr>
          <p:cNvCxnSpPr>
            <a:cxnSpLocks/>
            <a:stCxn id="528" idx="4"/>
            <a:endCxn id="524" idx="2"/>
          </p:cNvCxnSpPr>
          <p:nvPr/>
        </p:nvCxnSpPr>
        <p:spPr>
          <a:xfrm rot="16200000" flipH="1">
            <a:off x="7892914" y="2616095"/>
            <a:ext cx="213402" cy="25474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直接箭头连接符 556">
            <a:extLst>
              <a:ext uri="{FF2B5EF4-FFF2-40B4-BE49-F238E27FC236}">
                <a16:creationId xmlns:a16="http://schemas.microsoft.com/office/drawing/2014/main" id="{98CBEB44-AF8B-F364-3653-E1C6E092915A}"/>
              </a:ext>
            </a:extLst>
          </p:cNvPr>
          <p:cNvCxnSpPr>
            <a:cxnSpLocks/>
            <a:stCxn id="524" idx="4"/>
          </p:cNvCxnSpPr>
          <p:nvPr/>
        </p:nvCxnSpPr>
        <p:spPr>
          <a:xfrm>
            <a:off x="8245097" y="2967075"/>
            <a:ext cx="0" cy="2317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1" name="文本框 560">
            <a:extLst>
              <a:ext uri="{FF2B5EF4-FFF2-40B4-BE49-F238E27FC236}">
                <a16:creationId xmlns:a16="http://schemas.microsoft.com/office/drawing/2014/main" id="{06F80B51-1BC8-CDD5-E15D-A75A1774481A}"/>
              </a:ext>
            </a:extLst>
          </p:cNvPr>
          <p:cNvSpPr txBox="1"/>
          <p:nvPr/>
        </p:nvSpPr>
        <p:spPr>
          <a:xfrm>
            <a:off x="7037976" y="530501"/>
            <a:ext cx="1175917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600">
                <a:latin typeface="+mj-lt"/>
                <a:cs typeface="+mj-lt"/>
              </a:rPr>
              <a:t>(d) CCGAG</a:t>
            </a:r>
            <a:endParaRPr lang="zh-CN" altLang="en-US" sz="1600">
              <a:latin typeface="+mj-lt"/>
              <a:cs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776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2EF61-E55F-03D4-F0B0-F481F8336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圆角矩形 134">
            <a:extLst>
              <a:ext uri="{FF2B5EF4-FFF2-40B4-BE49-F238E27FC236}">
                <a16:creationId xmlns:a16="http://schemas.microsoft.com/office/drawing/2014/main" id="{AC1206CF-8088-0EAB-1E4E-D3C12427DE93}"/>
              </a:ext>
            </a:extLst>
          </p:cNvPr>
          <p:cNvSpPr/>
          <p:nvPr/>
        </p:nvSpPr>
        <p:spPr>
          <a:xfrm>
            <a:off x="9199245" y="1768560"/>
            <a:ext cx="613410" cy="1854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AMP</a:t>
            </a:r>
          </a:p>
        </p:txBody>
      </p:sp>
      <p:sp>
        <p:nvSpPr>
          <p:cNvPr id="170" name="圆角矩形 134">
            <a:extLst>
              <a:ext uri="{FF2B5EF4-FFF2-40B4-BE49-F238E27FC236}">
                <a16:creationId xmlns:a16="http://schemas.microsoft.com/office/drawing/2014/main" id="{E78AD3F2-7D45-B819-4E3A-5BD61CCC8E34}"/>
              </a:ext>
            </a:extLst>
          </p:cNvPr>
          <p:cNvSpPr/>
          <p:nvPr/>
        </p:nvSpPr>
        <p:spPr>
          <a:xfrm>
            <a:off x="9199245" y="2100030"/>
            <a:ext cx="613410" cy="1854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PWC</a:t>
            </a:r>
          </a:p>
        </p:txBody>
      </p:sp>
      <p:sp>
        <p:nvSpPr>
          <p:cNvPr id="175" name="圆角矩形 134">
            <a:extLst>
              <a:ext uri="{FF2B5EF4-FFF2-40B4-BE49-F238E27FC236}">
                <a16:creationId xmlns:a16="http://schemas.microsoft.com/office/drawing/2014/main" id="{BADD456D-CBFD-8764-31D9-B4C71EEE38F4}"/>
              </a:ext>
            </a:extLst>
          </p:cNvPr>
          <p:cNvSpPr/>
          <p:nvPr/>
        </p:nvSpPr>
        <p:spPr>
          <a:xfrm>
            <a:off x="9199245" y="2404195"/>
            <a:ext cx="613410" cy="1854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ReLU</a:t>
            </a:r>
          </a:p>
        </p:txBody>
      </p:sp>
      <p:sp>
        <p:nvSpPr>
          <p:cNvPr id="177" name="圆角矩形 134">
            <a:extLst>
              <a:ext uri="{FF2B5EF4-FFF2-40B4-BE49-F238E27FC236}">
                <a16:creationId xmlns:a16="http://schemas.microsoft.com/office/drawing/2014/main" id="{65680F06-DDFF-5EC2-E140-944070E8193B}"/>
              </a:ext>
            </a:extLst>
          </p:cNvPr>
          <p:cNvSpPr/>
          <p:nvPr/>
        </p:nvSpPr>
        <p:spPr>
          <a:xfrm>
            <a:off x="9199245" y="2710265"/>
            <a:ext cx="613410" cy="1854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+mj-lt"/>
                <a:cs typeface="+mj-lt"/>
              </a:rPr>
              <a:t>PWC C</a:t>
            </a:r>
          </a:p>
        </p:txBody>
      </p:sp>
      <p:sp>
        <p:nvSpPr>
          <p:cNvPr id="182" name="圆角矩形 134">
            <a:extLst>
              <a:ext uri="{FF2B5EF4-FFF2-40B4-BE49-F238E27FC236}">
                <a16:creationId xmlns:a16="http://schemas.microsoft.com/office/drawing/2014/main" id="{7FF9D585-0B89-43EC-9E89-CDDC6CAE7024}"/>
              </a:ext>
            </a:extLst>
          </p:cNvPr>
          <p:cNvSpPr/>
          <p:nvPr/>
        </p:nvSpPr>
        <p:spPr>
          <a:xfrm>
            <a:off x="9967595" y="1768560"/>
            <a:ext cx="613410" cy="1854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AAP</a:t>
            </a:r>
          </a:p>
        </p:txBody>
      </p:sp>
      <p:sp>
        <p:nvSpPr>
          <p:cNvPr id="184" name="圆角矩形 134">
            <a:extLst>
              <a:ext uri="{FF2B5EF4-FFF2-40B4-BE49-F238E27FC236}">
                <a16:creationId xmlns:a16="http://schemas.microsoft.com/office/drawing/2014/main" id="{39F070D2-CCFE-2EC9-5B47-28B23AA050F8}"/>
              </a:ext>
            </a:extLst>
          </p:cNvPr>
          <p:cNvSpPr/>
          <p:nvPr/>
        </p:nvSpPr>
        <p:spPr>
          <a:xfrm>
            <a:off x="9967595" y="2100030"/>
            <a:ext cx="613410" cy="1854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PWC</a:t>
            </a:r>
          </a:p>
        </p:txBody>
      </p:sp>
      <p:sp>
        <p:nvSpPr>
          <p:cNvPr id="185" name="圆角矩形 134">
            <a:extLst>
              <a:ext uri="{FF2B5EF4-FFF2-40B4-BE49-F238E27FC236}">
                <a16:creationId xmlns:a16="http://schemas.microsoft.com/office/drawing/2014/main" id="{CBA016D8-9720-A5E5-DDBB-58589157993D}"/>
              </a:ext>
            </a:extLst>
          </p:cNvPr>
          <p:cNvSpPr/>
          <p:nvPr/>
        </p:nvSpPr>
        <p:spPr>
          <a:xfrm>
            <a:off x="9967595" y="2404195"/>
            <a:ext cx="613410" cy="1854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ReLU</a:t>
            </a:r>
          </a:p>
        </p:txBody>
      </p:sp>
      <p:sp>
        <p:nvSpPr>
          <p:cNvPr id="186" name="圆角矩形 134">
            <a:extLst>
              <a:ext uri="{FF2B5EF4-FFF2-40B4-BE49-F238E27FC236}">
                <a16:creationId xmlns:a16="http://schemas.microsoft.com/office/drawing/2014/main" id="{9825A8FA-1B04-A67D-F79A-F400B9F5AF4B}"/>
              </a:ext>
            </a:extLst>
          </p:cNvPr>
          <p:cNvSpPr/>
          <p:nvPr/>
        </p:nvSpPr>
        <p:spPr>
          <a:xfrm>
            <a:off x="9967595" y="2710265"/>
            <a:ext cx="613410" cy="1854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+mj-lt"/>
                <a:cs typeface="+mj-lt"/>
              </a:rPr>
              <a:t>PWC C</a:t>
            </a:r>
          </a:p>
        </p:txBody>
      </p: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A4CBFC7F-9DB4-A6ED-876D-AA4673652ED3}"/>
              </a:ext>
            </a:extLst>
          </p:cNvPr>
          <p:cNvCxnSpPr>
            <a:stCxn id="169" idx="2"/>
            <a:endCxn id="170" idx="0"/>
          </p:cNvCxnSpPr>
          <p:nvPr/>
        </p:nvCxnSpPr>
        <p:spPr>
          <a:xfrm>
            <a:off x="9506039" y="1953886"/>
            <a:ext cx="0" cy="1460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B9BBB4F5-06C5-3AA3-6E57-668CA00CD082}"/>
              </a:ext>
            </a:extLst>
          </p:cNvPr>
          <p:cNvCxnSpPr>
            <a:stCxn id="182" idx="2"/>
            <a:endCxn id="184" idx="0"/>
          </p:cNvCxnSpPr>
          <p:nvPr/>
        </p:nvCxnSpPr>
        <p:spPr>
          <a:xfrm>
            <a:off x="10274389" y="1953886"/>
            <a:ext cx="0" cy="1460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8BD1AD95-2D6C-2269-0F8F-6DE5AFA79A99}"/>
              </a:ext>
            </a:extLst>
          </p:cNvPr>
          <p:cNvCxnSpPr>
            <a:stCxn id="170" idx="2"/>
            <a:endCxn id="175" idx="0"/>
          </p:cNvCxnSpPr>
          <p:nvPr/>
        </p:nvCxnSpPr>
        <p:spPr>
          <a:xfrm>
            <a:off x="9506039" y="2285356"/>
            <a:ext cx="0" cy="1187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27EA387C-AE01-B5EB-634A-2D519921ACA7}"/>
              </a:ext>
            </a:extLst>
          </p:cNvPr>
          <p:cNvCxnSpPr>
            <a:stCxn id="184" idx="2"/>
            <a:endCxn id="185" idx="0"/>
          </p:cNvCxnSpPr>
          <p:nvPr/>
        </p:nvCxnSpPr>
        <p:spPr>
          <a:xfrm>
            <a:off x="10274389" y="2285356"/>
            <a:ext cx="0" cy="1187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A72FB824-A576-7C4E-BDA3-62DD98210D15}"/>
              </a:ext>
            </a:extLst>
          </p:cNvPr>
          <p:cNvCxnSpPr>
            <a:stCxn id="175" idx="2"/>
            <a:endCxn id="177" idx="0"/>
          </p:cNvCxnSpPr>
          <p:nvPr/>
        </p:nvCxnSpPr>
        <p:spPr>
          <a:xfrm>
            <a:off x="9506039" y="2589521"/>
            <a:ext cx="0" cy="1206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DEAF33A2-A0AB-A76D-8E41-F167881D3D87}"/>
              </a:ext>
            </a:extLst>
          </p:cNvPr>
          <p:cNvCxnSpPr>
            <a:stCxn id="185" idx="2"/>
            <a:endCxn id="186" idx="0"/>
          </p:cNvCxnSpPr>
          <p:nvPr/>
        </p:nvCxnSpPr>
        <p:spPr>
          <a:xfrm>
            <a:off x="10274389" y="2589521"/>
            <a:ext cx="0" cy="1206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4" name="流程图: 或者 193">
            <a:extLst>
              <a:ext uri="{FF2B5EF4-FFF2-40B4-BE49-F238E27FC236}">
                <a16:creationId xmlns:a16="http://schemas.microsoft.com/office/drawing/2014/main" id="{706AAAD1-ABFC-9AAD-389B-FC7D29F8036F}"/>
              </a:ext>
            </a:extLst>
          </p:cNvPr>
          <p:cNvSpPr/>
          <p:nvPr/>
        </p:nvSpPr>
        <p:spPr>
          <a:xfrm>
            <a:off x="9796145" y="2971885"/>
            <a:ext cx="202565" cy="200025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6" name="肘形连接符 195">
            <a:extLst>
              <a:ext uri="{FF2B5EF4-FFF2-40B4-BE49-F238E27FC236}">
                <a16:creationId xmlns:a16="http://schemas.microsoft.com/office/drawing/2014/main" id="{A62C4759-8832-3A7E-5888-1C12F770C9A4}"/>
              </a:ext>
            </a:extLst>
          </p:cNvPr>
          <p:cNvCxnSpPr>
            <a:stCxn id="177" idx="2"/>
            <a:endCxn id="194" idx="2"/>
          </p:cNvCxnSpPr>
          <p:nvPr/>
        </p:nvCxnSpPr>
        <p:spPr>
          <a:xfrm rot="5400000" flipV="1">
            <a:off x="9562465" y="2838535"/>
            <a:ext cx="176530" cy="29019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7" name="肘形连接符 196">
            <a:extLst>
              <a:ext uri="{FF2B5EF4-FFF2-40B4-BE49-F238E27FC236}">
                <a16:creationId xmlns:a16="http://schemas.microsoft.com/office/drawing/2014/main" id="{779B5C02-03AB-DC6B-8C3B-C8A0E2CCBF9E}"/>
              </a:ext>
            </a:extLst>
          </p:cNvPr>
          <p:cNvCxnSpPr>
            <a:stCxn id="186" idx="2"/>
            <a:endCxn id="194" idx="6"/>
          </p:cNvCxnSpPr>
          <p:nvPr/>
        </p:nvCxnSpPr>
        <p:spPr>
          <a:xfrm rot="5400000">
            <a:off x="10048240" y="2846155"/>
            <a:ext cx="176530" cy="27559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8" name="圆角矩形 134">
            <a:extLst>
              <a:ext uri="{FF2B5EF4-FFF2-40B4-BE49-F238E27FC236}">
                <a16:creationId xmlns:a16="http://schemas.microsoft.com/office/drawing/2014/main" id="{449F99AD-3557-D4E4-B7C9-E642EC897FDC}"/>
              </a:ext>
            </a:extLst>
          </p:cNvPr>
          <p:cNvSpPr/>
          <p:nvPr/>
        </p:nvSpPr>
        <p:spPr>
          <a:xfrm>
            <a:off x="9590405" y="3273510"/>
            <a:ext cx="613410" cy="1854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  <a:latin typeface="+mj-lt"/>
                <a:cs typeface="+mj-lt"/>
              </a:rPr>
              <a:t>Sigmoid</a:t>
            </a:r>
          </a:p>
        </p:txBody>
      </p:sp>
      <p:cxnSp>
        <p:nvCxnSpPr>
          <p:cNvPr id="199" name="直接箭头连接符 198">
            <a:extLst>
              <a:ext uri="{FF2B5EF4-FFF2-40B4-BE49-F238E27FC236}">
                <a16:creationId xmlns:a16="http://schemas.microsoft.com/office/drawing/2014/main" id="{91DE633F-52AF-6FFC-0E21-200253AB6037}"/>
              </a:ext>
            </a:extLst>
          </p:cNvPr>
          <p:cNvCxnSpPr>
            <a:stCxn id="194" idx="4"/>
            <a:endCxn id="198" idx="0"/>
          </p:cNvCxnSpPr>
          <p:nvPr/>
        </p:nvCxnSpPr>
        <p:spPr>
          <a:xfrm flipH="1">
            <a:off x="9897199" y="3171816"/>
            <a:ext cx="635" cy="101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0" name="流程图: 联系 199">
            <a:extLst>
              <a:ext uri="{FF2B5EF4-FFF2-40B4-BE49-F238E27FC236}">
                <a16:creationId xmlns:a16="http://schemas.microsoft.com/office/drawing/2014/main" id="{65706788-D33F-48FB-F9EF-64CC00E74CB1}"/>
              </a:ext>
            </a:extLst>
          </p:cNvPr>
          <p:cNvSpPr/>
          <p:nvPr/>
        </p:nvSpPr>
        <p:spPr>
          <a:xfrm>
            <a:off x="9777095" y="3559895"/>
            <a:ext cx="240665" cy="250825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·</a:t>
            </a: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64A0BC8E-8BB0-077D-D4EF-7D79F082BF50}"/>
              </a:ext>
            </a:extLst>
          </p:cNvPr>
          <p:cNvCxnSpPr>
            <a:stCxn id="198" idx="2"/>
            <a:endCxn id="200" idx="0"/>
          </p:cNvCxnSpPr>
          <p:nvPr/>
        </p:nvCxnSpPr>
        <p:spPr>
          <a:xfrm>
            <a:off x="9897199" y="3458836"/>
            <a:ext cx="635" cy="1009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4" name="圆角矩形 134">
            <a:extLst>
              <a:ext uri="{FF2B5EF4-FFF2-40B4-BE49-F238E27FC236}">
                <a16:creationId xmlns:a16="http://schemas.microsoft.com/office/drawing/2014/main" id="{CE12CAAF-D40C-70AA-690E-33E97F4395C3}"/>
              </a:ext>
            </a:extLst>
          </p:cNvPr>
          <p:cNvSpPr/>
          <p:nvPr/>
        </p:nvSpPr>
        <p:spPr>
          <a:xfrm>
            <a:off x="9182735" y="4111075"/>
            <a:ext cx="613410" cy="1854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j-lt"/>
                <a:cs typeface="+mj-lt"/>
              </a:rPr>
              <a:t>Channel </a:t>
            </a: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j-lt"/>
                <a:cs typeface="+mj-lt"/>
              </a:rPr>
              <a:t>Max</a:t>
            </a:r>
          </a:p>
        </p:txBody>
      </p:sp>
      <p:sp>
        <p:nvSpPr>
          <p:cNvPr id="205" name="圆角矩形 134">
            <a:extLst>
              <a:ext uri="{FF2B5EF4-FFF2-40B4-BE49-F238E27FC236}">
                <a16:creationId xmlns:a16="http://schemas.microsoft.com/office/drawing/2014/main" id="{E60F3BD3-2047-E3B6-FA86-146922B94136}"/>
              </a:ext>
            </a:extLst>
          </p:cNvPr>
          <p:cNvSpPr/>
          <p:nvPr/>
        </p:nvSpPr>
        <p:spPr>
          <a:xfrm>
            <a:off x="10017760" y="4111075"/>
            <a:ext cx="613410" cy="1854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j-lt"/>
                <a:cs typeface="+mj-lt"/>
              </a:rPr>
              <a:t>Channel Average</a:t>
            </a:r>
          </a:p>
        </p:txBody>
      </p:sp>
      <p:sp>
        <p:nvSpPr>
          <p:cNvPr id="207" name="圆角矩形 134">
            <a:extLst>
              <a:ext uri="{FF2B5EF4-FFF2-40B4-BE49-F238E27FC236}">
                <a16:creationId xmlns:a16="http://schemas.microsoft.com/office/drawing/2014/main" id="{42745F91-31BC-6A6E-9110-E635EE001E57}"/>
              </a:ext>
            </a:extLst>
          </p:cNvPr>
          <p:cNvSpPr/>
          <p:nvPr/>
        </p:nvSpPr>
        <p:spPr>
          <a:xfrm>
            <a:off x="9590405" y="5052145"/>
            <a:ext cx="613410" cy="1854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  <a:latin typeface="+mj-lt"/>
                <a:cs typeface="+mj-lt"/>
              </a:rPr>
              <a:t>Sigmoid</a:t>
            </a:r>
          </a:p>
        </p:txBody>
      </p:sp>
      <p:sp>
        <p:nvSpPr>
          <p:cNvPr id="208" name="流程图: 联系 207">
            <a:extLst>
              <a:ext uri="{FF2B5EF4-FFF2-40B4-BE49-F238E27FC236}">
                <a16:creationId xmlns:a16="http://schemas.microsoft.com/office/drawing/2014/main" id="{04249AED-FF7A-5217-600E-6ECDCAB10C59}"/>
              </a:ext>
            </a:extLst>
          </p:cNvPr>
          <p:cNvSpPr/>
          <p:nvPr/>
        </p:nvSpPr>
        <p:spPr>
          <a:xfrm>
            <a:off x="9776460" y="4349200"/>
            <a:ext cx="240665" cy="250825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</a:p>
        </p:txBody>
      </p:sp>
      <p:sp>
        <p:nvSpPr>
          <p:cNvPr id="209" name="圆角矩形 134">
            <a:extLst>
              <a:ext uri="{FF2B5EF4-FFF2-40B4-BE49-F238E27FC236}">
                <a16:creationId xmlns:a16="http://schemas.microsoft.com/office/drawing/2014/main" id="{8D11562E-D4BE-3629-CC6C-51803162120D}"/>
              </a:ext>
            </a:extLst>
          </p:cNvPr>
          <p:cNvSpPr/>
          <p:nvPr/>
        </p:nvSpPr>
        <p:spPr>
          <a:xfrm>
            <a:off x="9590405" y="4717500"/>
            <a:ext cx="613410" cy="1854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+mj-lt"/>
                <a:cs typeface="+mj-lt"/>
              </a:rPr>
              <a:t>Conv</a:t>
            </a:r>
          </a:p>
        </p:txBody>
      </p:sp>
      <p:cxnSp>
        <p:nvCxnSpPr>
          <p:cNvPr id="211" name="肘形连接符 210">
            <a:extLst>
              <a:ext uri="{FF2B5EF4-FFF2-40B4-BE49-F238E27FC236}">
                <a16:creationId xmlns:a16="http://schemas.microsoft.com/office/drawing/2014/main" id="{25E982DF-D882-037A-B529-06C2D5C42498}"/>
              </a:ext>
            </a:extLst>
          </p:cNvPr>
          <p:cNvCxnSpPr>
            <a:stCxn id="200" idx="2"/>
            <a:endCxn id="204" idx="0"/>
          </p:cNvCxnSpPr>
          <p:nvPr/>
        </p:nvCxnSpPr>
        <p:spPr>
          <a:xfrm rot="10800000" flipV="1">
            <a:off x="9488805" y="3685625"/>
            <a:ext cx="287655" cy="42545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2" name="肘形连接符 211">
            <a:extLst>
              <a:ext uri="{FF2B5EF4-FFF2-40B4-BE49-F238E27FC236}">
                <a16:creationId xmlns:a16="http://schemas.microsoft.com/office/drawing/2014/main" id="{4F13700F-7152-3A3E-5AC4-3ED45D56E9DE}"/>
              </a:ext>
            </a:extLst>
          </p:cNvPr>
          <p:cNvCxnSpPr>
            <a:stCxn id="200" idx="6"/>
            <a:endCxn id="205" idx="0"/>
          </p:cNvCxnSpPr>
          <p:nvPr/>
        </p:nvCxnSpPr>
        <p:spPr>
          <a:xfrm>
            <a:off x="10017760" y="3685625"/>
            <a:ext cx="306705" cy="42545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3" name="肘形连接符 212">
            <a:extLst>
              <a:ext uri="{FF2B5EF4-FFF2-40B4-BE49-F238E27FC236}">
                <a16:creationId xmlns:a16="http://schemas.microsoft.com/office/drawing/2014/main" id="{A47E8C3B-2C89-7C56-9854-89CD20A10B3F}"/>
              </a:ext>
            </a:extLst>
          </p:cNvPr>
          <p:cNvCxnSpPr>
            <a:stCxn id="204" idx="2"/>
            <a:endCxn id="208" idx="2"/>
          </p:cNvCxnSpPr>
          <p:nvPr/>
        </p:nvCxnSpPr>
        <p:spPr>
          <a:xfrm rot="5400000" flipV="1">
            <a:off x="9543733" y="4242203"/>
            <a:ext cx="178435" cy="28702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4" name="肘形连接符 213">
            <a:extLst>
              <a:ext uri="{FF2B5EF4-FFF2-40B4-BE49-F238E27FC236}">
                <a16:creationId xmlns:a16="http://schemas.microsoft.com/office/drawing/2014/main" id="{CF9417C6-7743-A0EE-894D-6EF3D44ACC85}"/>
              </a:ext>
            </a:extLst>
          </p:cNvPr>
          <p:cNvCxnSpPr>
            <a:stCxn id="205" idx="2"/>
            <a:endCxn id="208" idx="6"/>
          </p:cNvCxnSpPr>
          <p:nvPr/>
        </p:nvCxnSpPr>
        <p:spPr>
          <a:xfrm rot="5400000">
            <a:off x="10081895" y="4231725"/>
            <a:ext cx="178435" cy="30734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5" name="流程图: 联系 214">
            <a:extLst>
              <a:ext uri="{FF2B5EF4-FFF2-40B4-BE49-F238E27FC236}">
                <a16:creationId xmlns:a16="http://schemas.microsoft.com/office/drawing/2014/main" id="{2B9477A1-B442-1AC7-E504-132E16A09447}"/>
              </a:ext>
            </a:extLst>
          </p:cNvPr>
          <p:cNvSpPr/>
          <p:nvPr/>
        </p:nvSpPr>
        <p:spPr>
          <a:xfrm>
            <a:off x="9777095" y="5339800"/>
            <a:ext cx="240665" cy="250825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·</a:t>
            </a:r>
          </a:p>
        </p:txBody>
      </p: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B5F68B86-1FD8-3688-77C5-13EF99F00DAF}"/>
              </a:ext>
            </a:extLst>
          </p:cNvPr>
          <p:cNvCxnSpPr>
            <a:stCxn id="208" idx="4"/>
            <a:endCxn id="209" idx="0"/>
          </p:cNvCxnSpPr>
          <p:nvPr/>
        </p:nvCxnSpPr>
        <p:spPr>
          <a:xfrm>
            <a:off x="9897199" y="4599931"/>
            <a:ext cx="0" cy="1174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AB4BF673-3BF5-6C53-21E2-029BE31CE540}"/>
              </a:ext>
            </a:extLst>
          </p:cNvPr>
          <p:cNvCxnSpPr>
            <a:stCxn id="209" idx="2"/>
            <a:endCxn id="207" idx="0"/>
          </p:cNvCxnSpPr>
          <p:nvPr/>
        </p:nvCxnSpPr>
        <p:spPr>
          <a:xfrm>
            <a:off x="9897199" y="4902826"/>
            <a:ext cx="0" cy="149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3F94A670-3821-F590-849C-AF500BF490C7}"/>
              </a:ext>
            </a:extLst>
          </p:cNvPr>
          <p:cNvCxnSpPr>
            <a:stCxn id="207" idx="2"/>
            <a:endCxn id="215" idx="0"/>
          </p:cNvCxnSpPr>
          <p:nvPr/>
        </p:nvCxnSpPr>
        <p:spPr>
          <a:xfrm>
            <a:off x="9897199" y="5237471"/>
            <a:ext cx="635" cy="1022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1" name="肘形连接符 220">
            <a:extLst>
              <a:ext uri="{FF2B5EF4-FFF2-40B4-BE49-F238E27FC236}">
                <a16:creationId xmlns:a16="http://schemas.microsoft.com/office/drawing/2014/main" id="{FFA55524-2A99-79AA-0944-05E67254B9E0}"/>
              </a:ext>
            </a:extLst>
          </p:cNvPr>
          <p:cNvCxnSpPr>
            <a:stCxn id="200" idx="2"/>
            <a:endCxn id="215" idx="2"/>
          </p:cNvCxnSpPr>
          <p:nvPr/>
        </p:nvCxnSpPr>
        <p:spPr>
          <a:xfrm rot="10800000" flipH="1" flipV="1">
            <a:off x="9777095" y="3684990"/>
            <a:ext cx="3175" cy="1779905"/>
          </a:xfrm>
          <a:prstGeom prst="bentConnector3">
            <a:avLst>
              <a:gd name="adj1" fmla="val -2010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2" name="肘形连接符 221">
            <a:extLst>
              <a:ext uri="{FF2B5EF4-FFF2-40B4-BE49-F238E27FC236}">
                <a16:creationId xmlns:a16="http://schemas.microsoft.com/office/drawing/2014/main" id="{6F0ECA08-0D5D-FC39-1840-6B73BD9AF7FB}"/>
              </a:ext>
            </a:extLst>
          </p:cNvPr>
          <p:cNvCxnSpPr>
            <a:endCxn id="169" idx="0"/>
          </p:cNvCxnSpPr>
          <p:nvPr/>
        </p:nvCxnSpPr>
        <p:spPr>
          <a:xfrm>
            <a:off x="9387840" y="1385020"/>
            <a:ext cx="118110" cy="38354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4" name="肘形连接符 223">
            <a:extLst>
              <a:ext uri="{FF2B5EF4-FFF2-40B4-BE49-F238E27FC236}">
                <a16:creationId xmlns:a16="http://schemas.microsoft.com/office/drawing/2014/main" id="{CAE03806-3C81-FA87-1B15-47F7ED84ACCA}"/>
              </a:ext>
            </a:extLst>
          </p:cNvPr>
          <p:cNvCxnSpPr>
            <a:endCxn id="182" idx="0"/>
          </p:cNvCxnSpPr>
          <p:nvPr/>
        </p:nvCxnSpPr>
        <p:spPr>
          <a:xfrm>
            <a:off x="9387840" y="1385020"/>
            <a:ext cx="886460" cy="38354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8" name="圆角矩形 237">
            <a:extLst>
              <a:ext uri="{FF2B5EF4-FFF2-40B4-BE49-F238E27FC236}">
                <a16:creationId xmlns:a16="http://schemas.microsoft.com/office/drawing/2014/main" id="{D8E2602F-D9E4-5E88-2389-031C92457E57}"/>
              </a:ext>
            </a:extLst>
          </p:cNvPr>
          <p:cNvSpPr/>
          <p:nvPr/>
        </p:nvSpPr>
        <p:spPr>
          <a:xfrm>
            <a:off x="9044940" y="1621240"/>
            <a:ext cx="1685290" cy="2231390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圆角矩形 238">
            <a:extLst>
              <a:ext uri="{FF2B5EF4-FFF2-40B4-BE49-F238E27FC236}">
                <a16:creationId xmlns:a16="http://schemas.microsoft.com/office/drawing/2014/main" id="{12E3C137-BCBA-C54F-9512-34A333BDC00D}"/>
              </a:ext>
            </a:extLst>
          </p:cNvPr>
          <p:cNvSpPr/>
          <p:nvPr/>
        </p:nvSpPr>
        <p:spPr>
          <a:xfrm>
            <a:off x="9044940" y="3914225"/>
            <a:ext cx="1685290" cy="1818005"/>
          </a:xfrm>
          <a:prstGeom prst="roundRect">
            <a:avLst>
              <a:gd name="adj" fmla="val 5915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53641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187</Words>
  <Application>Microsoft Office PowerPoint</Application>
  <PresentationFormat>宽屏</PresentationFormat>
  <Paragraphs>86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黑体</vt:lpstr>
      <vt:lpstr>苹方-简</vt:lpstr>
      <vt:lpstr>Arial</vt:lpstr>
      <vt:lpstr>Cambria Math</vt:lpstr>
      <vt:lpstr>Times New Roman</vt:lpstr>
      <vt:lpstr>Wingdings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Katzenyasax Kochiya</cp:lastModifiedBy>
  <cp:revision>384</cp:revision>
  <dcterms:created xsi:type="dcterms:W3CDTF">2026-05-14T08:10:00Z</dcterms:created>
  <dcterms:modified xsi:type="dcterms:W3CDTF">2026-06-09T08:50:40Z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BB2497E837C0EDFE5E74006A386D2DB7_41</vt:lpwstr>
  </property>
</Properties>
</file>