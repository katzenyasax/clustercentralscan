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5"/>
  </p:handoutMasterIdLst>
  <p:sldIdLst>
    <p:sldId id="257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6" userDrawn="1">
          <p15:clr>
            <a:srgbClr val="A4A3A4"/>
          </p15:clr>
        </p15:guide>
        <p15:guide id="2" pos="390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66"/>
        <p:guide pos="3907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7" Type="http://schemas.openxmlformats.org/officeDocument/2006/relationships/viewProps" Target="viewProps.xml"/><Relationship Id="rId6" Type="http://schemas.openxmlformats.org/officeDocument/2006/relationships/presProps" Target="presProps.xml"/><Relationship Id="rId5" Type="http://schemas.openxmlformats.org/officeDocument/2006/relationships/handoutMaster" Target="handoutMasters/handoutMaster1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04000"/>
            <a:ext cx="5342400" cy="4140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04000"/>
            <a:ext cx="5342400" cy="4140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397600"/>
            <a:ext cx="9799200" cy="11052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5040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ea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9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9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9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9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6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0" name="圆角矩形 9"/>
          <p:cNvSpPr/>
          <p:nvPr/>
        </p:nvSpPr>
        <p:spPr>
          <a:xfrm rot="5400000">
            <a:off x="4953635" y="3249930"/>
            <a:ext cx="818515" cy="377825"/>
          </a:xfrm>
          <a:prstGeom prst="roundRect">
            <a:avLst/>
          </a:prstGeom>
          <a:solidFill>
            <a:schemeClr val="accent3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800">
                <a:solidFill>
                  <a:schemeClr val="tx1"/>
                </a:solidFill>
                <a:latin typeface="Times New Roman" panose="02020503050405090304" charset="0"/>
                <a:cs typeface="Times New Roman" panose="02020503050405090304" charset="0"/>
              </a:rPr>
              <a:t>MS-CCSM</a:t>
            </a:r>
            <a:endParaRPr lang="en-US" altLang="zh-CN" sz="800">
              <a:solidFill>
                <a:schemeClr val="tx1"/>
              </a:solidFill>
              <a:latin typeface="Times New Roman" panose="02020503050405090304" charset="0"/>
              <a:cs typeface="Times New Roman" panose="02020503050405090304" charset="0"/>
            </a:endParaRPr>
          </a:p>
        </p:txBody>
      </p:sp>
      <p:sp>
        <p:nvSpPr>
          <p:cNvPr id="5" name="圆角矩形 4"/>
          <p:cNvSpPr/>
          <p:nvPr/>
        </p:nvSpPr>
        <p:spPr>
          <a:xfrm>
            <a:off x="4954905" y="2425700"/>
            <a:ext cx="818515" cy="377825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000">
                <a:solidFill>
                  <a:schemeClr val="tx1"/>
                </a:solidFill>
                <a:latin typeface="Times New Roman" panose="02020503050405090304" charset="0"/>
                <a:cs typeface="Times New Roman" panose="02020503050405090304" charset="0"/>
              </a:rPr>
              <a:t>CG</a:t>
            </a:r>
            <a:endParaRPr lang="en-US" altLang="zh-CN" sz="1000">
              <a:solidFill>
                <a:schemeClr val="tx1"/>
              </a:solidFill>
              <a:latin typeface="Times New Roman" panose="02020503050405090304" charset="0"/>
              <a:cs typeface="Times New Roman" panose="02020503050405090304" charset="0"/>
            </a:endParaRPr>
          </a:p>
        </p:txBody>
      </p:sp>
      <p:sp>
        <p:nvSpPr>
          <p:cNvPr id="6" name="流程图: 或者 5"/>
          <p:cNvSpPr/>
          <p:nvPr/>
        </p:nvSpPr>
        <p:spPr>
          <a:xfrm>
            <a:off x="5773420" y="3287395"/>
            <a:ext cx="297815" cy="303530"/>
          </a:xfrm>
          <a:prstGeom prst="flowChartOr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8" name="圆角矩形 107"/>
          <p:cNvSpPr/>
          <p:nvPr/>
        </p:nvSpPr>
        <p:spPr>
          <a:xfrm rot="16200000">
            <a:off x="974090" y="794385"/>
            <a:ext cx="818515" cy="377825"/>
          </a:xfrm>
          <a:prstGeom prst="roundRect">
            <a:avLst/>
          </a:prstGeom>
          <a:solidFill>
            <a:schemeClr val="accent4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000">
                <a:solidFill>
                  <a:schemeClr val="tx1"/>
                </a:solidFill>
                <a:latin typeface="Times New Roman" panose="02020503050405090304" charset="0"/>
                <a:cs typeface="Times New Roman" panose="02020503050405090304" charset="0"/>
              </a:rPr>
              <a:t>SS2D *2</a:t>
            </a:r>
            <a:endParaRPr lang="en-US" altLang="zh-CN" sz="1000">
              <a:solidFill>
                <a:schemeClr val="tx1"/>
              </a:solidFill>
              <a:latin typeface="Times New Roman" panose="02020503050405090304" charset="0"/>
              <a:cs typeface="Times New Roman" panose="02020503050405090304" charset="0"/>
            </a:endParaRPr>
          </a:p>
        </p:txBody>
      </p:sp>
      <p:sp>
        <p:nvSpPr>
          <p:cNvPr id="121" name="圆角矩形 120"/>
          <p:cNvSpPr/>
          <p:nvPr/>
        </p:nvSpPr>
        <p:spPr>
          <a:xfrm rot="16200000">
            <a:off x="1351915" y="794385"/>
            <a:ext cx="818515" cy="377825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900">
                <a:solidFill>
                  <a:schemeClr val="tx1"/>
                </a:solidFill>
                <a:latin typeface="Times New Roman" panose="02020503050405090304" charset="0"/>
                <a:cs typeface="Times New Roman" panose="02020503050405090304" charset="0"/>
              </a:rPr>
              <a:t>Patch </a:t>
            </a:r>
            <a:r>
              <a:rPr lang="en-US" altLang="zh-CN" sz="900">
                <a:solidFill>
                  <a:schemeClr val="tx1"/>
                </a:solidFill>
                <a:latin typeface="Times New Roman" panose="02020503050405090304" charset="0"/>
                <a:cs typeface="Times New Roman" panose="02020503050405090304" charset="0"/>
              </a:rPr>
              <a:t>Merging</a:t>
            </a:r>
            <a:endParaRPr lang="en-US" altLang="zh-CN" sz="900">
              <a:solidFill>
                <a:schemeClr val="tx1"/>
              </a:solidFill>
              <a:latin typeface="Times New Roman" panose="02020503050405090304" charset="0"/>
              <a:cs typeface="Times New Roman" panose="02020503050405090304" charset="0"/>
            </a:endParaRPr>
          </a:p>
        </p:txBody>
      </p:sp>
      <p:sp>
        <p:nvSpPr>
          <p:cNvPr id="129" name="圆角矩形 128"/>
          <p:cNvSpPr/>
          <p:nvPr/>
        </p:nvSpPr>
        <p:spPr>
          <a:xfrm rot="16200000">
            <a:off x="1918970" y="1612900"/>
            <a:ext cx="818515" cy="377825"/>
          </a:xfrm>
          <a:prstGeom prst="roundRect">
            <a:avLst/>
          </a:prstGeom>
          <a:solidFill>
            <a:schemeClr val="accent4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000">
                <a:solidFill>
                  <a:schemeClr val="tx1"/>
                </a:solidFill>
                <a:latin typeface="Times New Roman" panose="02020503050405090304" charset="0"/>
                <a:cs typeface="Times New Roman" panose="02020503050405090304" charset="0"/>
              </a:rPr>
              <a:t>SS2D *2</a:t>
            </a:r>
            <a:endParaRPr lang="en-US" altLang="zh-CN" sz="1000">
              <a:solidFill>
                <a:schemeClr val="tx1"/>
              </a:solidFill>
              <a:latin typeface="Times New Roman" panose="02020503050405090304" charset="0"/>
              <a:cs typeface="Times New Roman" panose="02020503050405090304" charset="0"/>
            </a:endParaRPr>
          </a:p>
        </p:txBody>
      </p:sp>
      <p:sp>
        <p:nvSpPr>
          <p:cNvPr id="130" name="圆角矩形 129"/>
          <p:cNvSpPr/>
          <p:nvPr/>
        </p:nvSpPr>
        <p:spPr>
          <a:xfrm rot="16200000">
            <a:off x="2296795" y="1612900"/>
            <a:ext cx="818515" cy="377825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900">
                <a:solidFill>
                  <a:schemeClr val="tx1"/>
                </a:solidFill>
                <a:latin typeface="Times New Roman" panose="02020503050405090304" charset="0"/>
                <a:cs typeface="Times New Roman" panose="02020503050405090304" charset="0"/>
              </a:rPr>
              <a:t>Patch </a:t>
            </a:r>
            <a:r>
              <a:rPr lang="en-US" altLang="zh-CN" sz="900">
                <a:solidFill>
                  <a:schemeClr val="tx1"/>
                </a:solidFill>
                <a:latin typeface="Times New Roman" panose="02020503050405090304" charset="0"/>
                <a:cs typeface="Times New Roman" panose="02020503050405090304" charset="0"/>
              </a:rPr>
              <a:t>Merging</a:t>
            </a:r>
            <a:endParaRPr lang="en-US" altLang="zh-CN" sz="900">
              <a:solidFill>
                <a:schemeClr val="tx1"/>
              </a:solidFill>
              <a:latin typeface="Times New Roman" panose="02020503050405090304" charset="0"/>
              <a:cs typeface="Times New Roman" panose="02020503050405090304" charset="0"/>
            </a:endParaRPr>
          </a:p>
        </p:txBody>
      </p:sp>
      <p:sp>
        <p:nvSpPr>
          <p:cNvPr id="135" name="圆角矩形 134"/>
          <p:cNvSpPr/>
          <p:nvPr/>
        </p:nvSpPr>
        <p:spPr>
          <a:xfrm rot="16200000">
            <a:off x="4356735" y="3249930"/>
            <a:ext cx="818515" cy="377825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000">
                <a:solidFill>
                  <a:schemeClr val="tx1"/>
                </a:solidFill>
                <a:latin typeface="Times New Roman" panose="02020503050405090304" charset="0"/>
                <a:cs typeface="Times New Roman" panose="02020503050405090304" charset="0"/>
              </a:rPr>
              <a:t>SS2D *2</a:t>
            </a:r>
            <a:endParaRPr lang="en-US" altLang="zh-CN" sz="1000">
              <a:solidFill>
                <a:schemeClr val="tx1"/>
              </a:solidFill>
              <a:latin typeface="Times New Roman" panose="02020503050405090304" charset="0"/>
              <a:cs typeface="Times New Roman" panose="02020503050405090304" charset="0"/>
            </a:endParaRPr>
          </a:p>
        </p:txBody>
      </p:sp>
      <p:cxnSp>
        <p:nvCxnSpPr>
          <p:cNvPr id="139" name="肘形连接符 138"/>
          <p:cNvCxnSpPr>
            <a:stCxn id="121" idx="1"/>
            <a:endCxn id="129" idx="0"/>
          </p:cNvCxnSpPr>
          <p:nvPr/>
        </p:nvCxnSpPr>
        <p:spPr>
          <a:xfrm rot="5400000" flipV="1">
            <a:off x="1745933" y="1408113"/>
            <a:ext cx="408940" cy="377825"/>
          </a:xfrm>
          <a:prstGeom prst="bentConnector2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40" name="圆角矩形 139"/>
          <p:cNvSpPr/>
          <p:nvPr/>
        </p:nvSpPr>
        <p:spPr>
          <a:xfrm rot="16200000">
            <a:off x="2833370" y="2431415"/>
            <a:ext cx="818515" cy="377825"/>
          </a:xfrm>
          <a:prstGeom prst="roundRect">
            <a:avLst/>
          </a:prstGeom>
          <a:solidFill>
            <a:schemeClr val="accent4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000">
                <a:solidFill>
                  <a:schemeClr val="tx1"/>
                </a:solidFill>
                <a:latin typeface="Times New Roman" panose="02020503050405090304" charset="0"/>
                <a:cs typeface="Times New Roman" panose="02020503050405090304" charset="0"/>
              </a:rPr>
              <a:t>SS2D *</a:t>
            </a:r>
            <a:r>
              <a:rPr lang="en-US" altLang="zh-CN" sz="1000">
                <a:solidFill>
                  <a:srgbClr val="FF0000"/>
                </a:solidFill>
                <a:latin typeface="Times New Roman" panose="02020503050405090304" charset="0"/>
                <a:cs typeface="Times New Roman" panose="02020503050405090304" charset="0"/>
              </a:rPr>
              <a:t>8</a:t>
            </a:r>
            <a:endParaRPr lang="en-US" altLang="zh-CN" sz="1000">
              <a:solidFill>
                <a:srgbClr val="FF0000"/>
              </a:solidFill>
              <a:latin typeface="Times New Roman" panose="02020503050405090304" charset="0"/>
              <a:cs typeface="Times New Roman" panose="02020503050405090304" charset="0"/>
            </a:endParaRPr>
          </a:p>
        </p:txBody>
      </p:sp>
      <p:sp>
        <p:nvSpPr>
          <p:cNvPr id="141" name="圆角矩形 140"/>
          <p:cNvSpPr/>
          <p:nvPr/>
        </p:nvSpPr>
        <p:spPr>
          <a:xfrm rot="16200000">
            <a:off x="3211195" y="2431415"/>
            <a:ext cx="818515" cy="377825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900">
                <a:solidFill>
                  <a:schemeClr val="tx1"/>
                </a:solidFill>
                <a:latin typeface="Times New Roman" panose="02020503050405090304" charset="0"/>
                <a:cs typeface="Times New Roman" panose="02020503050405090304" charset="0"/>
              </a:rPr>
              <a:t>Patch </a:t>
            </a:r>
            <a:r>
              <a:rPr lang="en-US" altLang="zh-CN" sz="900">
                <a:solidFill>
                  <a:schemeClr val="tx1"/>
                </a:solidFill>
                <a:latin typeface="Times New Roman" panose="02020503050405090304" charset="0"/>
                <a:cs typeface="Times New Roman" panose="02020503050405090304" charset="0"/>
              </a:rPr>
              <a:t>Merging</a:t>
            </a:r>
            <a:endParaRPr lang="en-US" altLang="zh-CN" sz="900">
              <a:solidFill>
                <a:schemeClr val="tx1"/>
              </a:solidFill>
              <a:latin typeface="Times New Roman" panose="02020503050405090304" charset="0"/>
              <a:cs typeface="Times New Roman" panose="02020503050405090304" charset="0"/>
            </a:endParaRPr>
          </a:p>
        </p:txBody>
      </p:sp>
      <p:sp>
        <p:nvSpPr>
          <p:cNvPr id="142" name="圆角矩形 141"/>
          <p:cNvSpPr/>
          <p:nvPr/>
        </p:nvSpPr>
        <p:spPr>
          <a:xfrm rot="16200000">
            <a:off x="3768725" y="3249930"/>
            <a:ext cx="818515" cy="377825"/>
          </a:xfrm>
          <a:prstGeom prst="roundRect">
            <a:avLst/>
          </a:prstGeom>
          <a:solidFill>
            <a:schemeClr val="accent4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000">
                <a:solidFill>
                  <a:schemeClr val="tx1"/>
                </a:solidFill>
                <a:latin typeface="Times New Roman" panose="02020503050405090304" charset="0"/>
                <a:cs typeface="Times New Roman" panose="02020503050405090304" charset="0"/>
              </a:rPr>
              <a:t>SS2D *2</a:t>
            </a:r>
            <a:endParaRPr lang="en-US" altLang="zh-CN" sz="1000">
              <a:solidFill>
                <a:schemeClr val="tx1"/>
              </a:solidFill>
              <a:latin typeface="Times New Roman" panose="02020503050405090304" charset="0"/>
              <a:cs typeface="Times New Roman" panose="02020503050405090304" charset="0"/>
            </a:endParaRPr>
          </a:p>
        </p:txBody>
      </p:sp>
      <p:cxnSp>
        <p:nvCxnSpPr>
          <p:cNvPr id="144" name="肘形连接符 143"/>
          <p:cNvCxnSpPr>
            <a:stCxn id="141" idx="1"/>
            <a:endCxn id="142" idx="0"/>
          </p:cNvCxnSpPr>
          <p:nvPr/>
        </p:nvCxnSpPr>
        <p:spPr>
          <a:xfrm rot="5400000" flipV="1">
            <a:off x="3600450" y="3049905"/>
            <a:ext cx="408940" cy="368300"/>
          </a:xfrm>
          <a:prstGeom prst="bentConnector2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5" name="肘形连接符 144"/>
          <p:cNvCxnSpPr>
            <a:stCxn id="130" idx="1"/>
            <a:endCxn id="140" idx="0"/>
          </p:cNvCxnSpPr>
          <p:nvPr/>
        </p:nvCxnSpPr>
        <p:spPr>
          <a:xfrm rot="5400000" flipV="1">
            <a:off x="2675573" y="2241868"/>
            <a:ext cx="408940" cy="347345"/>
          </a:xfrm>
          <a:prstGeom prst="bentConnector2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8" name="直接箭头连接符 147"/>
          <p:cNvCxnSpPr>
            <a:stCxn id="142" idx="2"/>
            <a:endCxn id="135" idx="0"/>
          </p:cNvCxnSpPr>
          <p:nvPr/>
        </p:nvCxnSpPr>
        <p:spPr>
          <a:xfrm>
            <a:off x="4366895" y="3438525"/>
            <a:ext cx="21018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9" name="直接箭头连接符 148"/>
          <p:cNvCxnSpPr>
            <a:stCxn id="141" idx="2"/>
            <a:endCxn id="5" idx="1"/>
          </p:cNvCxnSpPr>
          <p:nvPr/>
        </p:nvCxnSpPr>
        <p:spPr>
          <a:xfrm flipV="1">
            <a:off x="3809365" y="2614930"/>
            <a:ext cx="1145540" cy="508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2" name="直接箭头连接符 151"/>
          <p:cNvCxnSpPr>
            <a:stCxn id="135" idx="2"/>
          </p:cNvCxnSpPr>
          <p:nvPr/>
        </p:nvCxnSpPr>
        <p:spPr>
          <a:xfrm>
            <a:off x="4954905" y="3439160"/>
            <a:ext cx="22225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53" name="圆角矩形 152"/>
          <p:cNvSpPr/>
          <p:nvPr/>
        </p:nvSpPr>
        <p:spPr>
          <a:xfrm rot="5400000">
            <a:off x="6301740" y="2431415"/>
            <a:ext cx="818515" cy="377825"/>
          </a:xfrm>
          <a:prstGeom prst="roundRect">
            <a:avLst/>
          </a:prstGeom>
          <a:solidFill>
            <a:schemeClr val="accent3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800">
                <a:solidFill>
                  <a:schemeClr val="tx1"/>
                </a:solidFill>
                <a:latin typeface="Times New Roman" panose="02020503050405090304" charset="0"/>
                <a:cs typeface="Times New Roman" panose="02020503050405090304" charset="0"/>
              </a:rPr>
              <a:t>MS-CCSM</a:t>
            </a:r>
            <a:endParaRPr lang="en-US" altLang="zh-CN" sz="800">
              <a:solidFill>
                <a:schemeClr val="tx1"/>
              </a:solidFill>
              <a:latin typeface="Times New Roman" panose="02020503050405090304" charset="0"/>
              <a:cs typeface="Times New Roman" panose="02020503050405090304" charset="0"/>
            </a:endParaRPr>
          </a:p>
        </p:txBody>
      </p:sp>
      <p:sp>
        <p:nvSpPr>
          <p:cNvPr id="154" name="圆角矩形 153"/>
          <p:cNvSpPr/>
          <p:nvPr/>
        </p:nvSpPr>
        <p:spPr>
          <a:xfrm rot="5400000">
            <a:off x="5923915" y="2431415"/>
            <a:ext cx="818515" cy="377825"/>
          </a:xfrm>
          <a:prstGeom prst="roundRect">
            <a:avLst/>
          </a:prstGeom>
          <a:solidFill>
            <a:schemeClr val="accent3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900">
                <a:solidFill>
                  <a:schemeClr val="tx1"/>
                </a:solidFill>
                <a:latin typeface="Times New Roman" panose="02020503050405090304" charset="0"/>
                <a:cs typeface="Times New Roman" panose="02020503050405090304" charset="0"/>
              </a:rPr>
              <a:t>Patch Expanding</a:t>
            </a:r>
            <a:endParaRPr lang="en-US" altLang="zh-CN" sz="900">
              <a:solidFill>
                <a:schemeClr val="tx1"/>
              </a:solidFill>
              <a:latin typeface="Times New Roman" panose="02020503050405090304" charset="0"/>
              <a:cs typeface="Times New Roman" panose="02020503050405090304" charset="0"/>
            </a:endParaRPr>
          </a:p>
        </p:txBody>
      </p:sp>
      <p:cxnSp>
        <p:nvCxnSpPr>
          <p:cNvPr id="157" name="直接箭头连接符 156"/>
          <p:cNvCxnSpPr>
            <a:stCxn id="10" idx="0"/>
            <a:endCxn id="6" idx="2"/>
          </p:cNvCxnSpPr>
          <p:nvPr/>
        </p:nvCxnSpPr>
        <p:spPr>
          <a:xfrm>
            <a:off x="5551805" y="3439160"/>
            <a:ext cx="22161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9" name="直接箭头连接符 158"/>
          <p:cNvCxnSpPr>
            <a:stCxn id="10" idx="1"/>
            <a:endCxn id="5" idx="2"/>
          </p:cNvCxnSpPr>
          <p:nvPr/>
        </p:nvCxnSpPr>
        <p:spPr>
          <a:xfrm flipV="1">
            <a:off x="5363210" y="2803525"/>
            <a:ext cx="1270" cy="22606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0" name="肘形连接符 159"/>
          <p:cNvCxnSpPr>
            <a:stCxn id="5" idx="3"/>
            <a:endCxn id="6" idx="0"/>
          </p:cNvCxnSpPr>
          <p:nvPr/>
        </p:nvCxnSpPr>
        <p:spPr>
          <a:xfrm>
            <a:off x="5773420" y="2614930"/>
            <a:ext cx="149225" cy="672465"/>
          </a:xfrm>
          <a:prstGeom prst="bentConnector2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2" name="肘形连接符 161"/>
          <p:cNvCxnSpPr>
            <a:stCxn id="6" idx="6"/>
            <a:endCxn id="154" idx="3"/>
          </p:cNvCxnSpPr>
          <p:nvPr/>
        </p:nvCxnSpPr>
        <p:spPr>
          <a:xfrm flipV="1">
            <a:off x="6071235" y="3029585"/>
            <a:ext cx="262255" cy="409575"/>
          </a:xfrm>
          <a:prstGeom prst="bentConnector2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67" name="圆角矩形 166"/>
          <p:cNvSpPr/>
          <p:nvPr/>
        </p:nvSpPr>
        <p:spPr>
          <a:xfrm>
            <a:off x="6301740" y="1612900"/>
            <a:ext cx="818515" cy="377825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000">
                <a:solidFill>
                  <a:schemeClr val="tx1"/>
                </a:solidFill>
                <a:latin typeface="Times New Roman" panose="02020503050405090304" charset="0"/>
                <a:cs typeface="Times New Roman" panose="02020503050405090304" charset="0"/>
              </a:rPr>
              <a:t>CG</a:t>
            </a:r>
            <a:endParaRPr lang="en-US" altLang="zh-CN" sz="1000">
              <a:solidFill>
                <a:schemeClr val="tx1"/>
              </a:solidFill>
              <a:latin typeface="Times New Roman" panose="02020503050405090304" charset="0"/>
              <a:cs typeface="Times New Roman" panose="02020503050405090304" charset="0"/>
            </a:endParaRPr>
          </a:p>
        </p:txBody>
      </p:sp>
      <p:cxnSp>
        <p:nvCxnSpPr>
          <p:cNvPr id="168" name="直接箭头连接符 167"/>
          <p:cNvCxnSpPr/>
          <p:nvPr/>
        </p:nvCxnSpPr>
        <p:spPr>
          <a:xfrm flipV="1">
            <a:off x="6710045" y="1998345"/>
            <a:ext cx="0" cy="21844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0" name="直接箭头连接符 169"/>
          <p:cNvCxnSpPr>
            <a:stCxn id="130" idx="2"/>
            <a:endCxn id="167" idx="1"/>
          </p:cNvCxnSpPr>
          <p:nvPr/>
        </p:nvCxnSpPr>
        <p:spPr>
          <a:xfrm>
            <a:off x="2894965" y="1801495"/>
            <a:ext cx="3406775" cy="63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71" name="流程图: 或者 170"/>
          <p:cNvSpPr/>
          <p:nvPr/>
        </p:nvSpPr>
        <p:spPr>
          <a:xfrm>
            <a:off x="7114540" y="2468880"/>
            <a:ext cx="297815" cy="303530"/>
          </a:xfrm>
          <a:prstGeom prst="flowChartOr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2" name="圆角矩形 171"/>
          <p:cNvSpPr/>
          <p:nvPr/>
        </p:nvSpPr>
        <p:spPr>
          <a:xfrm rot="5400000">
            <a:off x="7656830" y="1618615"/>
            <a:ext cx="818515" cy="377825"/>
          </a:xfrm>
          <a:prstGeom prst="roundRect">
            <a:avLst/>
          </a:prstGeom>
          <a:solidFill>
            <a:schemeClr val="accent3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800">
                <a:solidFill>
                  <a:schemeClr val="tx1"/>
                </a:solidFill>
                <a:latin typeface="Times New Roman" panose="02020503050405090304" charset="0"/>
                <a:cs typeface="Times New Roman" panose="02020503050405090304" charset="0"/>
              </a:rPr>
              <a:t>MS-CCSM</a:t>
            </a:r>
            <a:endParaRPr lang="en-US" altLang="zh-CN" sz="800">
              <a:solidFill>
                <a:schemeClr val="tx1"/>
              </a:solidFill>
              <a:latin typeface="Times New Roman" panose="02020503050405090304" charset="0"/>
              <a:cs typeface="Times New Roman" panose="02020503050405090304" charset="0"/>
            </a:endParaRPr>
          </a:p>
        </p:txBody>
      </p:sp>
      <p:sp>
        <p:nvSpPr>
          <p:cNvPr id="173" name="圆角矩形 172"/>
          <p:cNvSpPr/>
          <p:nvPr/>
        </p:nvSpPr>
        <p:spPr>
          <a:xfrm rot="5400000">
            <a:off x="7279005" y="1618615"/>
            <a:ext cx="818515" cy="377825"/>
          </a:xfrm>
          <a:prstGeom prst="roundRect">
            <a:avLst/>
          </a:prstGeom>
          <a:solidFill>
            <a:schemeClr val="accent3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900">
                <a:solidFill>
                  <a:schemeClr val="tx1"/>
                </a:solidFill>
                <a:latin typeface="Times New Roman" panose="02020503050405090304" charset="0"/>
                <a:cs typeface="Times New Roman" panose="02020503050405090304" charset="0"/>
              </a:rPr>
              <a:t>Patch Expanding</a:t>
            </a:r>
            <a:endParaRPr lang="en-US" altLang="zh-CN" sz="900">
              <a:solidFill>
                <a:schemeClr val="tx1"/>
              </a:solidFill>
              <a:latin typeface="Times New Roman" panose="02020503050405090304" charset="0"/>
              <a:cs typeface="Times New Roman" panose="02020503050405090304" charset="0"/>
            </a:endParaRPr>
          </a:p>
        </p:txBody>
      </p:sp>
      <p:sp>
        <p:nvSpPr>
          <p:cNvPr id="174" name="圆角矩形 173"/>
          <p:cNvSpPr/>
          <p:nvPr/>
        </p:nvSpPr>
        <p:spPr>
          <a:xfrm>
            <a:off x="7656830" y="800100"/>
            <a:ext cx="818515" cy="377825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000">
                <a:solidFill>
                  <a:schemeClr val="tx1"/>
                </a:solidFill>
                <a:latin typeface="Times New Roman" panose="02020503050405090304" charset="0"/>
                <a:cs typeface="Times New Roman" panose="02020503050405090304" charset="0"/>
              </a:rPr>
              <a:t>CG</a:t>
            </a:r>
            <a:endParaRPr lang="en-US" altLang="zh-CN" sz="1000">
              <a:solidFill>
                <a:schemeClr val="tx1"/>
              </a:solidFill>
              <a:latin typeface="Times New Roman" panose="02020503050405090304" charset="0"/>
              <a:cs typeface="Times New Roman" panose="02020503050405090304" charset="0"/>
            </a:endParaRPr>
          </a:p>
        </p:txBody>
      </p:sp>
      <p:cxnSp>
        <p:nvCxnSpPr>
          <p:cNvPr id="175" name="直接箭头连接符 174"/>
          <p:cNvCxnSpPr/>
          <p:nvPr/>
        </p:nvCxnSpPr>
        <p:spPr>
          <a:xfrm flipV="1">
            <a:off x="8065135" y="1185545"/>
            <a:ext cx="0" cy="21844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76" name="流程图: 或者 175"/>
          <p:cNvSpPr/>
          <p:nvPr/>
        </p:nvSpPr>
        <p:spPr>
          <a:xfrm>
            <a:off x="8469630" y="1687195"/>
            <a:ext cx="297815" cy="303530"/>
          </a:xfrm>
          <a:prstGeom prst="flowChartOr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177" name="直接箭头连接符 176"/>
          <p:cNvCxnSpPr>
            <a:stCxn id="153" idx="0"/>
            <a:endCxn id="171" idx="2"/>
          </p:cNvCxnSpPr>
          <p:nvPr/>
        </p:nvCxnSpPr>
        <p:spPr>
          <a:xfrm>
            <a:off x="6899910" y="2620645"/>
            <a:ext cx="21463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8" name="肘形连接符 177"/>
          <p:cNvCxnSpPr>
            <a:stCxn id="167" idx="3"/>
            <a:endCxn id="171" idx="0"/>
          </p:cNvCxnSpPr>
          <p:nvPr/>
        </p:nvCxnSpPr>
        <p:spPr>
          <a:xfrm>
            <a:off x="7120255" y="1802130"/>
            <a:ext cx="143510" cy="666750"/>
          </a:xfrm>
          <a:prstGeom prst="bentConnector2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9" name="肘形连接符 178"/>
          <p:cNvCxnSpPr>
            <a:stCxn id="171" idx="6"/>
            <a:endCxn id="173" idx="3"/>
          </p:cNvCxnSpPr>
          <p:nvPr/>
        </p:nvCxnSpPr>
        <p:spPr>
          <a:xfrm flipV="1">
            <a:off x="7412355" y="2216785"/>
            <a:ext cx="276225" cy="403860"/>
          </a:xfrm>
          <a:prstGeom prst="bentConnector2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0" name="直接箭头连接符 179"/>
          <p:cNvCxnSpPr/>
          <p:nvPr/>
        </p:nvCxnSpPr>
        <p:spPr>
          <a:xfrm>
            <a:off x="8259445" y="1838960"/>
            <a:ext cx="20129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1" name="肘形连接符 180"/>
          <p:cNvCxnSpPr>
            <a:stCxn id="174" idx="3"/>
            <a:endCxn id="176" idx="0"/>
          </p:cNvCxnSpPr>
          <p:nvPr/>
        </p:nvCxnSpPr>
        <p:spPr>
          <a:xfrm>
            <a:off x="8475345" y="989330"/>
            <a:ext cx="143510" cy="697865"/>
          </a:xfrm>
          <a:prstGeom prst="bentConnector2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83" name="圆角矩形 182"/>
          <p:cNvSpPr/>
          <p:nvPr/>
        </p:nvSpPr>
        <p:spPr>
          <a:xfrm rot="5400000">
            <a:off x="8648065" y="805815"/>
            <a:ext cx="818515" cy="377825"/>
          </a:xfrm>
          <a:prstGeom prst="roundRect">
            <a:avLst/>
          </a:prstGeom>
          <a:solidFill>
            <a:schemeClr val="accent3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900">
                <a:solidFill>
                  <a:schemeClr val="tx1"/>
                </a:solidFill>
                <a:latin typeface="Times New Roman" panose="02020503050405090304" charset="0"/>
                <a:cs typeface="Times New Roman" panose="02020503050405090304" charset="0"/>
              </a:rPr>
              <a:t>Patch Expanding</a:t>
            </a:r>
            <a:endParaRPr lang="en-US" altLang="zh-CN" sz="900">
              <a:solidFill>
                <a:schemeClr val="tx1"/>
              </a:solidFill>
              <a:latin typeface="Times New Roman" panose="02020503050405090304" charset="0"/>
              <a:cs typeface="Times New Roman" panose="02020503050405090304" charset="0"/>
            </a:endParaRPr>
          </a:p>
        </p:txBody>
      </p:sp>
      <p:cxnSp>
        <p:nvCxnSpPr>
          <p:cNvPr id="184" name="肘形连接符 183"/>
          <p:cNvCxnSpPr>
            <a:stCxn id="176" idx="6"/>
            <a:endCxn id="183" idx="3"/>
          </p:cNvCxnSpPr>
          <p:nvPr/>
        </p:nvCxnSpPr>
        <p:spPr>
          <a:xfrm flipV="1">
            <a:off x="8767445" y="1403985"/>
            <a:ext cx="290195" cy="434975"/>
          </a:xfrm>
          <a:prstGeom prst="bentConnector2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5" name="直接箭头连接符 184"/>
          <p:cNvCxnSpPr>
            <a:stCxn id="121" idx="2"/>
            <a:endCxn id="174" idx="1"/>
          </p:cNvCxnSpPr>
          <p:nvPr/>
        </p:nvCxnSpPr>
        <p:spPr>
          <a:xfrm>
            <a:off x="1950085" y="983615"/>
            <a:ext cx="5706745" cy="571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  <p:custDataLst>
      <p:tags r:id="rId1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146</Words>
  <Application>WPS 演示</Application>
  <PresentationFormat>宽屏</PresentationFormat>
  <Paragraphs>34</Paragraphs>
  <Slides>1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3" baseType="lpstr">
      <vt:lpstr>Arial</vt:lpstr>
      <vt:lpstr>宋体</vt:lpstr>
      <vt:lpstr>Wingdings</vt:lpstr>
      <vt:lpstr>Wingdings</vt:lpstr>
      <vt:lpstr>Times New Roman</vt:lpstr>
      <vt:lpstr>微软雅黑</vt:lpstr>
      <vt:lpstr>汉仪旗黑</vt:lpstr>
      <vt:lpstr>苹方-简</vt:lpstr>
      <vt:lpstr>汉仪书宋二KW</vt:lpstr>
      <vt:lpstr>宋体</vt:lpstr>
      <vt:lpstr>Arial Unicode MS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PureFuries</cp:lastModifiedBy>
  <cp:revision>209</cp:revision>
  <dcterms:created xsi:type="dcterms:W3CDTF">2026-05-14T08:10:38Z</dcterms:created>
  <dcterms:modified xsi:type="dcterms:W3CDTF">2026-05-14T08:10:38Z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2052-12.1.25205.25205</vt:lpwstr>
  </property>
  <property fmtid="{D5CDD505-2E9C-101B-9397-08002B2CF9AE}" pid="3" name="ICV">
    <vt:lpwstr>BB2497E837C0EDFE5E74006A386D2DB7_41</vt:lpwstr>
  </property>
</Properties>
</file>