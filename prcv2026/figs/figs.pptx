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6" r:id="rId3"/>
    <p:sldId id="257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9" userDrawn="1">
          <p15:clr>
            <a:srgbClr val="A4A3A4"/>
          </p15:clr>
        </p15:guide>
        <p15:guide id="2" pos="385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9"/>
        <p:guide pos="3854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544195" y="1281430"/>
            <a:ext cx="609600" cy="144018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SS2D</a:t>
            </a:r>
            <a:endParaRPr lang="en-US" altLang="zh-CN" sz="100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pPr algn="ctr"/>
            <a:r>
              <a:rPr lang="en-US" altLang="zh-CN" sz="100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*2</a:t>
            </a:r>
            <a:endParaRPr lang="en-US" altLang="zh-CN" sz="100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pPr algn="ctr"/>
            <a:endParaRPr lang="en-US" altLang="zh-CN" sz="100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1478915" y="1281430"/>
            <a:ext cx="609600" cy="144018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SS2D</a:t>
            </a:r>
            <a:endParaRPr lang="en-US" altLang="zh-CN" sz="100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pPr algn="ctr"/>
            <a:r>
              <a:rPr lang="en-US" altLang="zh-CN" sz="100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*2</a:t>
            </a:r>
            <a:endParaRPr lang="en-US" altLang="zh-CN" sz="100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pPr algn="ctr"/>
            <a:endParaRPr lang="en-US" altLang="zh-CN" sz="100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2413635" y="1281430"/>
            <a:ext cx="609600" cy="144018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SS2D</a:t>
            </a:r>
            <a:endParaRPr lang="en-US" altLang="zh-CN" sz="100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pPr algn="ctr"/>
            <a:r>
              <a:rPr lang="en-US" altLang="zh-CN" sz="100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*2</a:t>
            </a:r>
            <a:endParaRPr lang="en-US" altLang="zh-CN" sz="100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pPr algn="ctr"/>
            <a:endParaRPr lang="en-US" altLang="zh-CN" sz="100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3348355" y="1281430"/>
            <a:ext cx="609600" cy="144018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SS2D</a:t>
            </a:r>
            <a:endParaRPr lang="en-US" altLang="zh-CN" sz="100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pPr algn="ctr"/>
            <a:r>
              <a:rPr lang="en-US" altLang="zh-CN" sz="100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*2</a:t>
            </a:r>
            <a:endParaRPr lang="en-US" altLang="zh-CN" sz="100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pPr algn="ctr"/>
            <a:endParaRPr lang="en-US" altLang="zh-CN" sz="100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4845685" y="1281430"/>
            <a:ext cx="609600" cy="144018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SS2D</a:t>
            </a:r>
            <a:endParaRPr lang="en-US" altLang="zh-CN" sz="100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pPr algn="ctr"/>
            <a:r>
              <a:rPr lang="en-US" altLang="zh-CN" sz="100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*2</a:t>
            </a:r>
            <a:endParaRPr lang="en-US" altLang="zh-CN" sz="100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pPr algn="ctr"/>
            <a:endParaRPr lang="en-US" altLang="zh-CN" sz="100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圆角矩形 9"/>
          <p:cNvSpPr/>
          <p:nvPr/>
        </p:nvSpPr>
        <p:spPr>
          <a:xfrm>
            <a:off x="4540250" y="3281045"/>
            <a:ext cx="722630" cy="303530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MS-CCSM</a:t>
            </a:r>
            <a:endParaRPr lang="en-US" altLang="zh-CN" sz="80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3601720" y="3758565"/>
            <a:ext cx="722630" cy="303530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EUCB</a:t>
            </a:r>
            <a:endParaRPr lang="en-US" altLang="zh-CN" sz="100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2663825" y="3281045"/>
            <a:ext cx="722630" cy="303530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SLAGA</a:t>
            </a:r>
            <a:endParaRPr lang="en-US" altLang="zh-CN" sz="100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6" name="流程图: 或者 5"/>
          <p:cNvSpPr/>
          <p:nvPr/>
        </p:nvSpPr>
        <p:spPr>
          <a:xfrm>
            <a:off x="3814445" y="3281045"/>
            <a:ext cx="297815" cy="303530"/>
          </a:xfrm>
          <a:prstGeom prst="flowChartOr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7" name="直接箭头连接符 6"/>
          <p:cNvCxnSpPr>
            <a:stCxn id="4" idx="0"/>
            <a:endCxn id="6" idx="4"/>
          </p:cNvCxnSpPr>
          <p:nvPr/>
        </p:nvCxnSpPr>
        <p:spPr>
          <a:xfrm flipV="1">
            <a:off x="3963035" y="3584575"/>
            <a:ext cx="635" cy="173990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solid"/>
            <a:miter lim="800000"/>
            <a:headEnd type="none"/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肘形连接符 8"/>
          <p:cNvCxnSpPr>
            <a:stCxn id="4" idx="1"/>
            <a:endCxn id="5" idx="2"/>
          </p:cNvCxnSpPr>
          <p:nvPr/>
        </p:nvCxnSpPr>
        <p:spPr>
          <a:xfrm rot="10800000">
            <a:off x="3025140" y="3584575"/>
            <a:ext cx="576580" cy="325755"/>
          </a:xfrm>
          <a:prstGeom prst="bentConnector2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>
            <a:stCxn id="5" idx="3"/>
            <a:endCxn id="6" idx="2"/>
          </p:cNvCxnSpPr>
          <p:nvPr/>
        </p:nvCxnSpPr>
        <p:spPr>
          <a:xfrm>
            <a:off x="3386455" y="3432810"/>
            <a:ext cx="427990" cy="0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solid"/>
            <a:miter lim="800000"/>
            <a:headEnd type="none"/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圆角矩形 11"/>
          <p:cNvSpPr/>
          <p:nvPr/>
        </p:nvSpPr>
        <p:spPr>
          <a:xfrm>
            <a:off x="3601720" y="4236085"/>
            <a:ext cx="722630" cy="303530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MS-</a:t>
            </a:r>
            <a:r>
              <a:rPr lang="en-US" altLang="zh-CN" sz="80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CCSM</a:t>
            </a:r>
            <a:endParaRPr lang="en-US" altLang="zh-CN" sz="80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</p:txBody>
      </p:sp>
      <p:cxnSp>
        <p:nvCxnSpPr>
          <p:cNvPr id="22" name="直接箭头连接符 21"/>
          <p:cNvCxnSpPr>
            <a:stCxn id="6" idx="6"/>
            <a:endCxn id="10" idx="1"/>
          </p:cNvCxnSpPr>
          <p:nvPr/>
        </p:nvCxnSpPr>
        <p:spPr>
          <a:xfrm>
            <a:off x="4112260" y="3432810"/>
            <a:ext cx="427990" cy="0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solid"/>
            <a:miter lim="800000"/>
            <a:headEnd type="none"/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>
            <a:stCxn id="12" idx="0"/>
            <a:endCxn id="4" idx="2"/>
          </p:cNvCxnSpPr>
          <p:nvPr/>
        </p:nvCxnSpPr>
        <p:spPr>
          <a:xfrm flipV="1">
            <a:off x="3963035" y="4062095"/>
            <a:ext cx="0" cy="173990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solid"/>
            <a:miter lim="800000"/>
            <a:headEnd type="none"/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4" name="圆角矩形 23"/>
          <p:cNvSpPr/>
          <p:nvPr/>
        </p:nvSpPr>
        <p:spPr>
          <a:xfrm>
            <a:off x="5478780" y="2326005"/>
            <a:ext cx="722630" cy="303530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MS-CCSM</a:t>
            </a:r>
            <a:endParaRPr lang="en-US" altLang="zh-CN" sz="80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4540250" y="2803525"/>
            <a:ext cx="722630" cy="303530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EUCB</a:t>
            </a:r>
            <a:endParaRPr lang="en-US" altLang="zh-CN" sz="100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26" name="圆角矩形 25"/>
          <p:cNvSpPr/>
          <p:nvPr/>
        </p:nvSpPr>
        <p:spPr>
          <a:xfrm>
            <a:off x="3602355" y="2326005"/>
            <a:ext cx="722630" cy="303530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SLAGA</a:t>
            </a:r>
            <a:endParaRPr lang="en-US" altLang="zh-CN" sz="100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27" name="流程图: 或者 26"/>
          <p:cNvSpPr/>
          <p:nvPr/>
        </p:nvSpPr>
        <p:spPr>
          <a:xfrm>
            <a:off x="4752975" y="2326005"/>
            <a:ext cx="297815" cy="303530"/>
          </a:xfrm>
          <a:prstGeom prst="flowChartOr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8" name="直接箭头连接符 27"/>
          <p:cNvCxnSpPr>
            <a:stCxn id="25" idx="0"/>
            <a:endCxn id="27" idx="4"/>
          </p:cNvCxnSpPr>
          <p:nvPr/>
        </p:nvCxnSpPr>
        <p:spPr>
          <a:xfrm flipV="1">
            <a:off x="4901565" y="2629535"/>
            <a:ext cx="635" cy="173990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solid"/>
            <a:miter lim="800000"/>
            <a:headEnd type="none"/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肘形连接符 28"/>
          <p:cNvCxnSpPr>
            <a:stCxn id="25" idx="1"/>
            <a:endCxn id="26" idx="2"/>
          </p:cNvCxnSpPr>
          <p:nvPr/>
        </p:nvCxnSpPr>
        <p:spPr>
          <a:xfrm rot="10800000">
            <a:off x="3963670" y="2629535"/>
            <a:ext cx="576580" cy="325755"/>
          </a:xfrm>
          <a:prstGeom prst="bentConnector2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>
            <a:stCxn id="26" idx="3"/>
            <a:endCxn id="27" idx="2"/>
          </p:cNvCxnSpPr>
          <p:nvPr/>
        </p:nvCxnSpPr>
        <p:spPr>
          <a:xfrm>
            <a:off x="4324985" y="2477770"/>
            <a:ext cx="427990" cy="0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solid"/>
            <a:miter lim="800000"/>
            <a:headEnd type="none"/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>
            <a:stCxn id="27" idx="6"/>
            <a:endCxn id="24" idx="1"/>
          </p:cNvCxnSpPr>
          <p:nvPr/>
        </p:nvCxnSpPr>
        <p:spPr>
          <a:xfrm>
            <a:off x="5050790" y="2477770"/>
            <a:ext cx="427990" cy="0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solid"/>
            <a:miter lim="800000"/>
            <a:headEnd type="none"/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2" name="圆角矩形 31"/>
          <p:cNvSpPr/>
          <p:nvPr/>
        </p:nvSpPr>
        <p:spPr>
          <a:xfrm>
            <a:off x="6416675" y="1370965"/>
            <a:ext cx="722630" cy="303530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MS-CCSM</a:t>
            </a:r>
            <a:endParaRPr lang="en-US" altLang="zh-CN" sz="80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33" name="圆角矩形 32"/>
          <p:cNvSpPr/>
          <p:nvPr/>
        </p:nvSpPr>
        <p:spPr>
          <a:xfrm>
            <a:off x="5478145" y="1848485"/>
            <a:ext cx="722630" cy="303530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EUCB</a:t>
            </a:r>
            <a:endParaRPr lang="en-US" altLang="zh-CN" sz="100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4540250" y="1370965"/>
            <a:ext cx="722630" cy="303530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SLAGA</a:t>
            </a:r>
            <a:endParaRPr lang="en-US" altLang="zh-CN" sz="100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35" name="流程图: 或者 34"/>
          <p:cNvSpPr/>
          <p:nvPr/>
        </p:nvSpPr>
        <p:spPr>
          <a:xfrm>
            <a:off x="5690870" y="1370965"/>
            <a:ext cx="297815" cy="303530"/>
          </a:xfrm>
          <a:prstGeom prst="flowChartOr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6" name="直接箭头连接符 35"/>
          <p:cNvCxnSpPr>
            <a:stCxn id="33" idx="0"/>
            <a:endCxn id="35" idx="4"/>
          </p:cNvCxnSpPr>
          <p:nvPr/>
        </p:nvCxnSpPr>
        <p:spPr>
          <a:xfrm flipV="1">
            <a:off x="5839460" y="1674495"/>
            <a:ext cx="635" cy="173990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solid"/>
            <a:miter lim="800000"/>
            <a:headEnd type="none"/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7" name="肘形连接符 36"/>
          <p:cNvCxnSpPr>
            <a:stCxn id="33" idx="1"/>
            <a:endCxn id="34" idx="2"/>
          </p:cNvCxnSpPr>
          <p:nvPr/>
        </p:nvCxnSpPr>
        <p:spPr>
          <a:xfrm rot="10800000">
            <a:off x="4901565" y="1674495"/>
            <a:ext cx="576580" cy="325755"/>
          </a:xfrm>
          <a:prstGeom prst="bentConnector2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8" name="直接箭头连接符 37"/>
          <p:cNvCxnSpPr>
            <a:stCxn id="34" idx="3"/>
            <a:endCxn id="35" idx="2"/>
          </p:cNvCxnSpPr>
          <p:nvPr/>
        </p:nvCxnSpPr>
        <p:spPr>
          <a:xfrm>
            <a:off x="5262880" y="1522730"/>
            <a:ext cx="427990" cy="0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solid"/>
            <a:miter lim="800000"/>
            <a:headEnd type="none"/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9" name="直接箭头连接符 38"/>
          <p:cNvCxnSpPr>
            <a:stCxn id="35" idx="6"/>
            <a:endCxn id="32" idx="1"/>
          </p:cNvCxnSpPr>
          <p:nvPr/>
        </p:nvCxnSpPr>
        <p:spPr>
          <a:xfrm>
            <a:off x="5988685" y="1522730"/>
            <a:ext cx="427990" cy="0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solid"/>
            <a:miter lim="800000"/>
            <a:headEnd type="none"/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>
            <a:stCxn id="10" idx="0"/>
          </p:cNvCxnSpPr>
          <p:nvPr/>
        </p:nvCxnSpPr>
        <p:spPr>
          <a:xfrm flipV="1">
            <a:off x="4901565" y="3106420"/>
            <a:ext cx="0" cy="174625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solid"/>
            <a:miter lim="800000"/>
            <a:headEnd type="none"/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>
            <a:stCxn id="24" idx="0"/>
            <a:endCxn id="33" idx="2"/>
          </p:cNvCxnSpPr>
          <p:nvPr/>
        </p:nvCxnSpPr>
        <p:spPr>
          <a:xfrm flipH="1" flipV="1">
            <a:off x="5839460" y="2152015"/>
            <a:ext cx="635" cy="173990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solid"/>
            <a:miter lim="800000"/>
            <a:headEnd type="none"/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2" name="圆角矩形 41"/>
          <p:cNvSpPr/>
          <p:nvPr/>
        </p:nvSpPr>
        <p:spPr>
          <a:xfrm>
            <a:off x="2194560" y="4236085"/>
            <a:ext cx="722630" cy="303530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S</a:t>
            </a:r>
            <a:r>
              <a:rPr lang="en-US" altLang="zh-CN" sz="100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S2D *2</a:t>
            </a:r>
            <a:endParaRPr lang="en-US" altLang="zh-CN" sz="100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45" name="圆角矩形 44"/>
          <p:cNvSpPr/>
          <p:nvPr/>
        </p:nvSpPr>
        <p:spPr>
          <a:xfrm>
            <a:off x="787400" y="3275965"/>
            <a:ext cx="722630" cy="303530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SS2D *</a:t>
            </a:r>
            <a:r>
              <a:rPr lang="en-US" altLang="zh-CN" sz="100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8</a:t>
            </a:r>
            <a:endParaRPr lang="en-US" altLang="zh-CN" sz="1000">
              <a:solidFill>
                <a:srgbClr val="FF0000"/>
              </a:solidFill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46" name="圆角矩形 45"/>
          <p:cNvSpPr/>
          <p:nvPr/>
        </p:nvSpPr>
        <p:spPr>
          <a:xfrm>
            <a:off x="787400" y="4231005"/>
            <a:ext cx="722630" cy="303530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SS2D *2</a:t>
            </a:r>
            <a:endParaRPr lang="en-US" altLang="zh-CN" sz="100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47" name="圆角矩形 46"/>
          <p:cNvSpPr/>
          <p:nvPr/>
        </p:nvSpPr>
        <p:spPr>
          <a:xfrm>
            <a:off x="787400" y="2326005"/>
            <a:ext cx="722630" cy="303530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SS2D *2</a:t>
            </a:r>
            <a:endParaRPr lang="en-US" altLang="zh-CN" sz="100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48" name="圆角矩形 47"/>
          <p:cNvSpPr/>
          <p:nvPr/>
        </p:nvSpPr>
        <p:spPr>
          <a:xfrm>
            <a:off x="787400" y="1368425"/>
            <a:ext cx="722630" cy="303530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SS2D *2</a:t>
            </a:r>
            <a:endParaRPr lang="en-US" altLang="zh-CN" sz="100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</Words>
  <Application>WPS 演示</Application>
  <PresentationFormat>宽屏</PresentationFormat>
  <Paragraphs>50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4" baseType="lpstr">
      <vt:lpstr>Arial</vt:lpstr>
      <vt:lpstr>宋体</vt:lpstr>
      <vt:lpstr>Wingdings</vt:lpstr>
      <vt:lpstr>Wingdings</vt:lpstr>
      <vt:lpstr>Times New Roman</vt:lpstr>
      <vt:lpstr>微软雅黑</vt:lpstr>
      <vt:lpstr>汉仪旗黑</vt:lpstr>
      <vt:lpstr>苹方-简</vt:lpstr>
      <vt:lpstr>汉仪书宋二KW</vt:lpstr>
      <vt:lpstr>宋体</vt:lpstr>
      <vt:lpstr>Arial Unicode MS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PureFuries</cp:lastModifiedBy>
  <cp:revision>174</cp:revision>
  <dcterms:created xsi:type="dcterms:W3CDTF">2026-05-10T13:17:06Z</dcterms:created>
  <dcterms:modified xsi:type="dcterms:W3CDTF">2026-05-10T13:17:06Z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2052-12.1.25205.25205</vt:lpwstr>
  </property>
  <property fmtid="{D5CDD505-2E9C-101B-9397-08002B2CF9AE}" pid="3" name="ICV">
    <vt:lpwstr>BB2497E837C0EDFE5E74006A386D2DB7_41</vt:lpwstr>
  </property>
</Properties>
</file>