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256" r:id="rId3"/>
    <p:sldId id="257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6" userDrawn="1">
          <p15:clr>
            <a:srgbClr val="A4A3A4"/>
          </p15:clr>
        </p15:guide>
        <p15:guide id="2" pos="388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6"/>
        <p:guide pos="3885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圆角矩形 1"/>
          <p:cNvSpPr/>
          <p:nvPr/>
        </p:nvSpPr>
        <p:spPr>
          <a:xfrm>
            <a:off x="544195" y="1281430"/>
            <a:ext cx="609600" cy="144018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SS2D</a:t>
            </a:r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algn="ctr"/>
            <a:r>
              <a:rPr lang="en-US" altLang="zh-CN" sz="1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*2</a:t>
            </a:r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algn="ctr"/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8" name="圆角矩形 7"/>
          <p:cNvSpPr/>
          <p:nvPr/>
        </p:nvSpPr>
        <p:spPr>
          <a:xfrm>
            <a:off x="1478915" y="1281430"/>
            <a:ext cx="609600" cy="144018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SS2D</a:t>
            </a:r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algn="ctr"/>
            <a:r>
              <a:rPr lang="en-US" altLang="zh-CN" sz="1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*2</a:t>
            </a:r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algn="ctr"/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2413635" y="1281430"/>
            <a:ext cx="609600" cy="144018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SS2D</a:t>
            </a:r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algn="ctr"/>
            <a:r>
              <a:rPr lang="en-US" altLang="zh-CN" sz="1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*2</a:t>
            </a:r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algn="ctr"/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3348355" y="1281430"/>
            <a:ext cx="609600" cy="144018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SS2D</a:t>
            </a:r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algn="ctr"/>
            <a:r>
              <a:rPr lang="en-US" altLang="zh-CN" sz="1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*2</a:t>
            </a:r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algn="ctr"/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4845685" y="1281430"/>
            <a:ext cx="609600" cy="144018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SS2D</a:t>
            </a:r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algn="ctr"/>
            <a:r>
              <a:rPr lang="en-US" altLang="zh-CN" sz="1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*2</a:t>
            </a:r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algn="ctr"/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" name="圆角矩形 9"/>
          <p:cNvSpPr/>
          <p:nvPr/>
        </p:nvSpPr>
        <p:spPr>
          <a:xfrm rot="5400000">
            <a:off x="4953635" y="3249930"/>
            <a:ext cx="818515" cy="377825"/>
          </a:xfrm>
          <a:prstGeom prst="round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8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MS-CCSM</a:t>
            </a:r>
            <a:endParaRPr lang="en-US" altLang="zh-CN" sz="8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4954905" y="2425700"/>
            <a:ext cx="818515" cy="37782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CG</a:t>
            </a:r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6" name="流程图: 或者 5"/>
          <p:cNvSpPr/>
          <p:nvPr/>
        </p:nvSpPr>
        <p:spPr>
          <a:xfrm>
            <a:off x="5773420" y="3287395"/>
            <a:ext cx="297815" cy="303530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8" name="圆角矩形 107"/>
          <p:cNvSpPr/>
          <p:nvPr/>
        </p:nvSpPr>
        <p:spPr>
          <a:xfrm rot="16200000">
            <a:off x="974090" y="794385"/>
            <a:ext cx="818515" cy="377825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SS2D *2</a:t>
            </a:r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121" name="圆角矩形 120"/>
          <p:cNvSpPr/>
          <p:nvPr/>
        </p:nvSpPr>
        <p:spPr>
          <a:xfrm rot="16200000">
            <a:off x="1351915" y="794385"/>
            <a:ext cx="818515" cy="37782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Patch </a:t>
            </a:r>
            <a:r>
              <a:rPr lang="en-US" altLang="zh-CN" sz="9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Merging</a:t>
            </a:r>
            <a:endParaRPr lang="en-US" altLang="zh-CN" sz="9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129" name="圆角矩形 128"/>
          <p:cNvSpPr/>
          <p:nvPr/>
        </p:nvSpPr>
        <p:spPr>
          <a:xfrm rot="16200000">
            <a:off x="1918970" y="1612900"/>
            <a:ext cx="818515" cy="377825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SS2D *2</a:t>
            </a:r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130" name="圆角矩形 129"/>
          <p:cNvSpPr/>
          <p:nvPr/>
        </p:nvSpPr>
        <p:spPr>
          <a:xfrm rot="16200000">
            <a:off x="2296795" y="1612900"/>
            <a:ext cx="818515" cy="37782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Patch </a:t>
            </a:r>
            <a:r>
              <a:rPr lang="en-US" altLang="zh-CN" sz="9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Merging</a:t>
            </a:r>
            <a:endParaRPr lang="en-US" altLang="zh-CN" sz="9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135" name="圆角矩形 134"/>
          <p:cNvSpPr/>
          <p:nvPr/>
        </p:nvSpPr>
        <p:spPr>
          <a:xfrm rot="16200000">
            <a:off x="4356735" y="3249930"/>
            <a:ext cx="818515" cy="37782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SS2D *2</a:t>
            </a:r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cxnSp>
        <p:nvCxnSpPr>
          <p:cNvPr id="139" name="肘形连接符 138"/>
          <p:cNvCxnSpPr>
            <a:stCxn id="121" idx="1"/>
            <a:endCxn id="129" idx="0"/>
          </p:cNvCxnSpPr>
          <p:nvPr/>
        </p:nvCxnSpPr>
        <p:spPr>
          <a:xfrm rot="5400000" flipV="1">
            <a:off x="1745933" y="1408113"/>
            <a:ext cx="408940" cy="377825"/>
          </a:xfrm>
          <a:prstGeom prst="bentConnector2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0" name="圆角矩形 139"/>
          <p:cNvSpPr/>
          <p:nvPr/>
        </p:nvSpPr>
        <p:spPr>
          <a:xfrm rot="16200000">
            <a:off x="2833370" y="2431415"/>
            <a:ext cx="818515" cy="377825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SS2D *</a:t>
            </a:r>
            <a:r>
              <a:rPr lang="en-US" altLang="zh-CN" sz="1000">
                <a:solidFill>
                  <a:srgbClr val="FF0000"/>
                </a:solidFill>
                <a:latin typeface="Times New Roman" panose="02020503050405090304" charset="0"/>
                <a:cs typeface="Times New Roman" panose="02020503050405090304" charset="0"/>
              </a:rPr>
              <a:t>8</a:t>
            </a:r>
            <a:endParaRPr lang="en-US" altLang="zh-CN" sz="1000">
              <a:solidFill>
                <a:srgbClr val="FF0000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141" name="圆角矩形 140"/>
          <p:cNvSpPr/>
          <p:nvPr/>
        </p:nvSpPr>
        <p:spPr>
          <a:xfrm rot="16200000">
            <a:off x="3211195" y="2431415"/>
            <a:ext cx="818515" cy="37782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Patch </a:t>
            </a:r>
            <a:r>
              <a:rPr lang="en-US" altLang="zh-CN" sz="9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Merging</a:t>
            </a:r>
            <a:endParaRPr lang="en-US" altLang="zh-CN" sz="9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142" name="圆角矩形 141"/>
          <p:cNvSpPr/>
          <p:nvPr/>
        </p:nvSpPr>
        <p:spPr>
          <a:xfrm rot="16200000">
            <a:off x="3768725" y="3249930"/>
            <a:ext cx="818515" cy="377825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SS2D *2</a:t>
            </a:r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cxnSp>
        <p:nvCxnSpPr>
          <p:cNvPr id="144" name="肘形连接符 143"/>
          <p:cNvCxnSpPr>
            <a:stCxn id="141" idx="1"/>
            <a:endCxn id="142" idx="0"/>
          </p:cNvCxnSpPr>
          <p:nvPr/>
        </p:nvCxnSpPr>
        <p:spPr>
          <a:xfrm rot="5400000" flipV="1">
            <a:off x="3600450" y="3049905"/>
            <a:ext cx="408940" cy="368300"/>
          </a:xfrm>
          <a:prstGeom prst="bentConnector2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5" name="肘形连接符 144"/>
          <p:cNvCxnSpPr>
            <a:stCxn id="130" idx="1"/>
            <a:endCxn id="140" idx="0"/>
          </p:cNvCxnSpPr>
          <p:nvPr/>
        </p:nvCxnSpPr>
        <p:spPr>
          <a:xfrm rot="5400000" flipV="1">
            <a:off x="2675573" y="2241868"/>
            <a:ext cx="408940" cy="347345"/>
          </a:xfrm>
          <a:prstGeom prst="bentConnector2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8" name="直接箭头连接符 147"/>
          <p:cNvCxnSpPr>
            <a:stCxn id="142" idx="2"/>
            <a:endCxn id="135" idx="0"/>
          </p:cNvCxnSpPr>
          <p:nvPr/>
        </p:nvCxnSpPr>
        <p:spPr>
          <a:xfrm>
            <a:off x="4366895" y="3438525"/>
            <a:ext cx="21018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9" name="直接箭头连接符 148"/>
          <p:cNvCxnSpPr>
            <a:stCxn id="141" idx="2"/>
            <a:endCxn id="5" idx="1"/>
          </p:cNvCxnSpPr>
          <p:nvPr/>
        </p:nvCxnSpPr>
        <p:spPr>
          <a:xfrm flipV="1">
            <a:off x="3809365" y="2614930"/>
            <a:ext cx="1145540" cy="50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2" name="直接箭头连接符 151"/>
          <p:cNvCxnSpPr>
            <a:stCxn id="135" idx="2"/>
            <a:endCxn id="10" idx="2"/>
          </p:cNvCxnSpPr>
          <p:nvPr/>
        </p:nvCxnSpPr>
        <p:spPr>
          <a:xfrm>
            <a:off x="4954905" y="3439160"/>
            <a:ext cx="21907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53" name="圆角矩形 152"/>
          <p:cNvSpPr/>
          <p:nvPr/>
        </p:nvSpPr>
        <p:spPr>
          <a:xfrm rot="5400000">
            <a:off x="6301740" y="2431415"/>
            <a:ext cx="818515" cy="377825"/>
          </a:xfrm>
          <a:prstGeom prst="round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8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MS-CCSM</a:t>
            </a:r>
            <a:endParaRPr lang="en-US" altLang="zh-CN" sz="8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154" name="圆角矩形 153"/>
          <p:cNvSpPr/>
          <p:nvPr/>
        </p:nvSpPr>
        <p:spPr>
          <a:xfrm rot="5400000">
            <a:off x="5923915" y="2431415"/>
            <a:ext cx="818515" cy="377825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Patch Expanding</a:t>
            </a:r>
            <a:endParaRPr lang="en-US" altLang="zh-CN" sz="9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cxnSp>
        <p:nvCxnSpPr>
          <p:cNvPr id="157" name="直接箭头连接符 156"/>
          <p:cNvCxnSpPr>
            <a:stCxn id="10" idx="0"/>
            <a:endCxn id="6" idx="2"/>
          </p:cNvCxnSpPr>
          <p:nvPr/>
        </p:nvCxnSpPr>
        <p:spPr>
          <a:xfrm>
            <a:off x="5551805" y="3439160"/>
            <a:ext cx="22161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9" name="直接箭头连接符 158"/>
          <p:cNvCxnSpPr>
            <a:stCxn id="10" idx="1"/>
            <a:endCxn id="5" idx="2"/>
          </p:cNvCxnSpPr>
          <p:nvPr/>
        </p:nvCxnSpPr>
        <p:spPr>
          <a:xfrm flipV="1">
            <a:off x="5363210" y="2803525"/>
            <a:ext cx="1270" cy="22606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0" name="肘形连接符 159"/>
          <p:cNvCxnSpPr>
            <a:stCxn id="5" idx="3"/>
            <a:endCxn id="6" idx="0"/>
          </p:cNvCxnSpPr>
          <p:nvPr/>
        </p:nvCxnSpPr>
        <p:spPr>
          <a:xfrm>
            <a:off x="5773420" y="2614930"/>
            <a:ext cx="149225" cy="672465"/>
          </a:xfrm>
          <a:prstGeom prst="bentConnector2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2" name="肘形连接符 161"/>
          <p:cNvCxnSpPr>
            <a:stCxn id="6" idx="6"/>
            <a:endCxn id="154" idx="3"/>
          </p:cNvCxnSpPr>
          <p:nvPr/>
        </p:nvCxnSpPr>
        <p:spPr>
          <a:xfrm flipV="1">
            <a:off x="6071235" y="3029585"/>
            <a:ext cx="262255" cy="409575"/>
          </a:xfrm>
          <a:prstGeom prst="bentConnector2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67" name="圆角矩形 166"/>
          <p:cNvSpPr/>
          <p:nvPr/>
        </p:nvSpPr>
        <p:spPr>
          <a:xfrm>
            <a:off x="6301740" y="1612900"/>
            <a:ext cx="818515" cy="37782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CG</a:t>
            </a:r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cxnSp>
        <p:nvCxnSpPr>
          <p:cNvPr id="168" name="直接箭头连接符 167"/>
          <p:cNvCxnSpPr/>
          <p:nvPr/>
        </p:nvCxnSpPr>
        <p:spPr>
          <a:xfrm flipV="1">
            <a:off x="6710045" y="1998345"/>
            <a:ext cx="0" cy="21844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0" name="直接箭头连接符 169"/>
          <p:cNvCxnSpPr>
            <a:stCxn id="130" idx="2"/>
            <a:endCxn id="167" idx="1"/>
          </p:cNvCxnSpPr>
          <p:nvPr/>
        </p:nvCxnSpPr>
        <p:spPr>
          <a:xfrm>
            <a:off x="2894965" y="1801495"/>
            <a:ext cx="3406775" cy="6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1" name="流程图: 或者 170"/>
          <p:cNvSpPr/>
          <p:nvPr/>
        </p:nvSpPr>
        <p:spPr>
          <a:xfrm>
            <a:off x="7088505" y="2499995"/>
            <a:ext cx="297815" cy="303530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137</Words>
  <Application>WPS 演示</Application>
  <PresentationFormat>宽屏</PresentationFormat>
  <Paragraphs>46</Paragraphs>
  <Slides>2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4" baseType="lpstr">
      <vt:lpstr>Arial</vt:lpstr>
      <vt:lpstr>宋体</vt:lpstr>
      <vt:lpstr>Wingdings</vt:lpstr>
      <vt:lpstr>Wingdings</vt:lpstr>
      <vt:lpstr>Times New Roman</vt:lpstr>
      <vt:lpstr>微软雅黑</vt:lpstr>
      <vt:lpstr>汉仪旗黑</vt:lpstr>
      <vt:lpstr>苹方-简</vt:lpstr>
      <vt:lpstr>汉仪书宋二KW</vt:lpstr>
      <vt:lpstr>宋体</vt:lpstr>
      <vt:lpstr>Arial Unicode MS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PureFuries</cp:lastModifiedBy>
  <cp:revision>205</cp:revision>
  <dcterms:created xsi:type="dcterms:W3CDTF">2026-05-12T07:10:17Z</dcterms:created>
  <dcterms:modified xsi:type="dcterms:W3CDTF">2026-05-12T07:10:17Z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2052-12.1.25205.25205</vt:lpwstr>
  </property>
  <property fmtid="{D5CDD505-2E9C-101B-9397-08002B2CF9AE}" pid="3" name="ICV">
    <vt:lpwstr>BB2497E837C0EDFE5E74006A386D2DB7_41</vt:lpwstr>
  </property>
</Properties>
</file>