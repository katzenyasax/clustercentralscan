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7" r:id="rId3"/>
  </p:sldIdLst>
  <p:sldSz cx="19199225" cy="899922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 纯" initials="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  <a:srgbClr val="FFFFFF"/>
    <a:srgbClr val="218821"/>
    <a:srgbClr val="FF8C00"/>
    <a:srgbClr val="FE0000"/>
    <a:srgbClr val="790079"/>
    <a:srgbClr val="0000FD"/>
    <a:srgbClr val="FD00FD"/>
    <a:srgbClr val="00FFFF"/>
    <a:srgbClr val="E2F0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0" autoAdjust="0"/>
    <p:restoredTop sz="94929" autoAdjust="0"/>
  </p:normalViewPr>
  <p:slideViewPr>
    <p:cSldViewPr snapToGrid="0">
      <p:cViewPr varScale="1">
        <p:scale>
          <a:sx n="50" d="100"/>
          <a:sy n="50" d="100"/>
        </p:scale>
        <p:origin x="78" y="1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30BDA-A533-4A3C-B8FC-8C24D08F8B2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1143000"/>
            <a:ext cx="6581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76D52C-0437-4C77-A47E-41F2C938B07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8275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3765" algn="l" defTabSz="18275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7530" algn="l" defTabSz="18275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1930" algn="l" defTabSz="18275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5695" algn="l" defTabSz="18275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69460" algn="l" defTabSz="18275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3225" algn="l" defTabSz="18275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396990" algn="l" defTabSz="18275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1390" algn="l" defTabSz="182753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1143000"/>
            <a:ext cx="6581775" cy="30861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76D52C-0437-4C77-A47E-41F2C938B0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9903" y="1472842"/>
            <a:ext cx="14399419" cy="3133172"/>
          </a:xfrm>
        </p:spPr>
        <p:txBody>
          <a:bodyPr anchor="b"/>
          <a:lstStyle>
            <a:lvl1pPr algn="ctr">
              <a:defRPr sz="787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9903" y="4726842"/>
            <a:ext cx="14399419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600075" indent="0" algn="ctr">
              <a:buNone/>
              <a:defRPr sz="2625"/>
            </a:lvl2pPr>
            <a:lvl3pPr marL="1200150" indent="0" algn="ctr">
              <a:buNone/>
              <a:defRPr sz="2360"/>
            </a:lvl3pPr>
            <a:lvl4pPr marL="1800225" indent="0" algn="ctr">
              <a:buNone/>
              <a:defRPr sz="2100"/>
            </a:lvl4pPr>
            <a:lvl5pPr marL="2399665" indent="0" algn="ctr">
              <a:buNone/>
              <a:defRPr sz="2100"/>
            </a:lvl5pPr>
            <a:lvl6pPr marL="2999740" indent="0" algn="ctr">
              <a:buNone/>
              <a:defRPr sz="2100"/>
            </a:lvl6pPr>
            <a:lvl7pPr marL="3599815" indent="0" algn="ctr">
              <a:buNone/>
              <a:defRPr sz="2100"/>
            </a:lvl7pPr>
            <a:lvl8pPr marL="4199890" indent="0" algn="ctr">
              <a:buNone/>
              <a:defRPr sz="2100"/>
            </a:lvl8pPr>
            <a:lvl9pPr marL="4799965" indent="0" algn="ctr">
              <a:buNone/>
              <a:defRPr sz="21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9947" y="2243636"/>
            <a:ext cx="16559332" cy="3743557"/>
          </a:xfrm>
        </p:spPr>
        <p:txBody>
          <a:bodyPr anchor="b"/>
          <a:lstStyle>
            <a:lvl1pPr>
              <a:defRPr sz="787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9947" y="6022609"/>
            <a:ext cx="16559332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1pPr>
            <a:lvl2pPr marL="600075" indent="0">
              <a:buNone/>
              <a:defRPr sz="2625">
                <a:solidFill>
                  <a:schemeClr val="tx1">
                    <a:tint val="75000"/>
                  </a:schemeClr>
                </a:solidFill>
              </a:defRPr>
            </a:lvl2pPr>
            <a:lvl3pPr marL="1200150" indent="0">
              <a:buNone/>
              <a:defRPr sz="2360">
                <a:solidFill>
                  <a:schemeClr val="tx1">
                    <a:tint val="75000"/>
                  </a:schemeClr>
                </a:solidFill>
              </a:defRPr>
            </a:lvl3pPr>
            <a:lvl4pPr marL="180022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39966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299974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359981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19989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479996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9947" y="2395710"/>
            <a:ext cx="8159671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9607" y="2395710"/>
            <a:ext cx="8159671" cy="571012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7" y="479143"/>
            <a:ext cx="16559332" cy="173949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2448" y="2206137"/>
            <a:ext cx="8122171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600075" indent="0">
              <a:buNone/>
              <a:defRPr sz="2625" b="1"/>
            </a:lvl2pPr>
            <a:lvl3pPr marL="1200150" indent="0">
              <a:buNone/>
              <a:defRPr sz="2360" b="1"/>
            </a:lvl3pPr>
            <a:lvl4pPr marL="1800225" indent="0">
              <a:buNone/>
              <a:defRPr sz="2100" b="1"/>
            </a:lvl4pPr>
            <a:lvl5pPr marL="2399665" indent="0">
              <a:buNone/>
              <a:defRPr sz="2100" b="1"/>
            </a:lvl5pPr>
            <a:lvl6pPr marL="2999740" indent="0">
              <a:buNone/>
              <a:defRPr sz="2100" b="1"/>
            </a:lvl6pPr>
            <a:lvl7pPr marL="3599815" indent="0">
              <a:buNone/>
              <a:defRPr sz="2100" b="1"/>
            </a:lvl7pPr>
            <a:lvl8pPr marL="4199890" indent="0">
              <a:buNone/>
              <a:defRPr sz="2100" b="1"/>
            </a:lvl8pPr>
            <a:lvl9pPr marL="4799965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2448" y="3287331"/>
            <a:ext cx="8122171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719608" y="2206137"/>
            <a:ext cx="8162171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600075" indent="0">
              <a:buNone/>
              <a:defRPr sz="2625" b="1"/>
            </a:lvl2pPr>
            <a:lvl3pPr marL="1200150" indent="0">
              <a:buNone/>
              <a:defRPr sz="2360" b="1"/>
            </a:lvl3pPr>
            <a:lvl4pPr marL="1800225" indent="0">
              <a:buNone/>
              <a:defRPr sz="2100" b="1"/>
            </a:lvl4pPr>
            <a:lvl5pPr marL="2399665" indent="0">
              <a:buNone/>
              <a:defRPr sz="2100" b="1"/>
            </a:lvl5pPr>
            <a:lvl6pPr marL="2999740" indent="0">
              <a:buNone/>
              <a:defRPr sz="2100" b="1"/>
            </a:lvl6pPr>
            <a:lvl7pPr marL="3599815" indent="0">
              <a:buNone/>
              <a:defRPr sz="2100" b="1"/>
            </a:lvl7pPr>
            <a:lvl8pPr marL="4199890" indent="0">
              <a:buNone/>
              <a:defRPr sz="2100" b="1"/>
            </a:lvl8pPr>
            <a:lvl9pPr marL="4799965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719608" y="3287331"/>
            <a:ext cx="8162171" cy="483516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8" y="599969"/>
            <a:ext cx="6192249" cy="2099892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62171" y="1295767"/>
            <a:ext cx="9719608" cy="6395505"/>
          </a:xfrm>
        </p:spPr>
        <p:txBody>
          <a:bodyPr/>
          <a:lstStyle>
            <a:lvl1pPr>
              <a:defRPr sz="4200"/>
            </a:lvl1pPr>
            <a:lvl2pPr>
              <a:defRPr sz="3675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448" y="2699862"/>
            <a:ext cx="6192249" cy="5001827"/>
          </a:xfrm>
        </p:spPr>
        <p:txBody>
          <a:bodyPr/>
          <a:lstStyle>
            <a:lvl1pPr marL="0" indent="0">
              <a:buNone/>
              <a:defRPr sz="2100"/>
            </a:lvl1pPr>
            <a:lvl2pPr marL="600075" indent="0">
              <a:buNone/>
              <a:defRPr sz="1835"/>
            </a:lvl2pPr>
            <a:lvl3pPr marL="1200150" indent="0">
              <a:buNone/>
              <a:defRPr sz="1575"/>
            </a:lvl3pPr>
            <a:lvl4pPr marL="1800225" indent="0">
              <a:buNone/>
              <a:defRPr sz="1310"/>
            </a:lvl4pPr>
            <a:lvl5pPr marL="2399665" indent="0">
              <a:buNone/>
              <a:defRPr sz="1310"/>
            </a:lvl5pPr>
            <a:lvl6pPr marL="2999740" indent="0">
              <a:buNone/>
              <a:defRPr sz="1310"/>
            </a:lvl6pPr>
            <a:lvl7pPr marL="3599815" indent="0">
              <a:buNone/>
              <a:defRPr sz="1310"/>
            </a:lvl7pPr>
            <a:lvl8pPr marL="4199890" indent="0">
              <a:buNone/>
              <a:defRPr sz="1310"/>
            </a:lvl8pPr>
            <a:lvl9pPr marL="4799965" indent="0">
              <a:buNone/>
              <a:defRPr sz="131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2448" y="599969"/>
            <a:ext cx="6192249" cy="2099892"/>
          </a:xfrm>
        </p:spPr>
        <p:txBody>
          <a:bodyPr anchor="b"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62171" y="1295767"/>
            <a:ext cx="9719608" cy="6395505"/>
          </a:xfrm>
        </p:spPr>
        <p:txBody>
          <a:bodyPr anchor="t"/>
          <a:lstStyle>
            <a:lvl1pPr marL="0" indent="0">
              <a:buNone/>
              <a:defRPr sz="4200"/>
            </a:lvl1pPr>
            <a:lvl2pPr marL="600075" indent="0">
              <a:buNone/>
              <a:defRPr sz="3675"/>
            </a:lvl2pPr>
            <a:lvl3pPr marL="1200150" indent="0">
              <a:buNone/>
              <a:defRPr sz="3150"/>
            </a:lvl3pPr>
            <a:lvl4pPr marL="1800225" indent="0">
              <a:buNone/>
              <a:defRPr sz="2625"/>
            </a:lvl4pPr>
            <a:lvl5pPr marL="2399665" indent="0">
              <a:buNone/>
              <a:defRPr sz="2625"/>
            </a:lvl5pPr>
            <a:lvl6pPr marL="2999740" indent="0">
              <a:buNone/>
              <a:defRPr sz="2625"/>
            </a:lvl6pPr>
            <a:lvl7pPr marL="3599815" indent="0">
              <a:buNone/>
              <a:defRPr sz="2625"/>
            </a:lvl7pPr>
            <a:lvl8pPr marL="4199890" indent="0">
              <a:buNone/>
              <a:defRPr sz="2625"/>
            </a:lvl8pPr>
            <a:lvl9pPr marL="4799965" indent="0">
              <a:buNone/>
              <a:defRPr sz="2625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22448" y="2699862"/>
            <a:ext cx="6192249" cy="5001827"/>
          </a:xfrm>
        </p:spPr>
        <p:txBody>
          <a:bodyPr/>
          <a:lstStyle>
            <a:lvl1pPr marL="0" indent="0">
              <a:buNone/>
              <a:defRPr sz="2100"/>
            </a:lvl1pPr>
            <a:lvl2pPr marL="600075" indent="0">
              <a:buNone/>
              <a:defRPr sz="1835"/>
            </a:lvl2pPr>
            <a:lvl3pPr marL="1200150" indent="0">
              <a:buNone/>
              <a:defRPr sz="1575"/>
            </a:lvl3pPr>
            <a:lvl4pPr marL="1800225" indent="0">
              <a:buNone/>
              <a:defRPr sz="1310"/>
            </a:lvl4pPr>
            <a:lvl5pPr marL="2399665" indent="0">
              <a:buNone/>
              <a:defRPr sz="1310"/>
            </a:lvl5pPr>
            <a:lvl6pPr marL="2999740" indent="0">
              <a:buNone/>
              <a:defRPr sz="1310"/>
            </a:lvl6pPr>
            <a:lvl7pPr marL="3599815" indent="0">
              <a:buNone/>
              <a:defRPr sz="1310"/>
            </a:lvl7pPr>
            <a:lvl8pPr marL="4199890" indent="0">
              <a:buNone/>
              <a:defRPr sz="1310"/>
            </a:lvl8pPr>
            <a:lvl9pPr marL="4799965" indent="0">
              <a:buNone/>
              <a:defRPr sz="131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739445" y="479142"/>
            <a:ext cx="4139833" cy="762669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19947" y="479142"/>
            <a:ext cx="12179508" cy="762669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19947" y="479143"/>
            <a:ext cx="16559332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947" y="2395710"/>
            <a:ext cx="16559332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19947" y="8341239"/>
            <a:ext cx="431982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CA9E0F-CAF8-49C6-93F3-C610F83BCB2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9744" y="8341239"/>
            <a:ext cx="6479738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559452" y="8341239"/>
            <a:ext cx="4319826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5E7579-7958-4A17-BB40-18AB140F337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200150" rtl="0" eaLnBrk="1" latinLnBrk="0" hangingPunct="1">
        <a:lnSpc>
          <a:spcPct val="90000"/>
        </a:lnSpc>
        <a:spcBef>
          <a:spcPct val="0"/>
        </a:spcBef>
        <a:buNone/>
        <a:defRPr sz="57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720" indent="-299720" algn="l" defTabSz="1200150" rtl="0" eaLnBrk="1" latinLnBrk="0" hangingPunct="1">
        <a:lnSpc>
          <a:spcPct val="90000"/>
        </a:lnSpc>
        <a:spcBef>
          <a:spcPts val="1310"/>
        </a:spcBef>
        <a:buFont typeface="Arial" panose="020B0604020202090204" pitchFamily="34" charset="0"/>
        <a:buChar char="•"/>
        <a:defRPr sz="3675" kern="1200">
          <a:solidFill>
            <a:schemeClr val="tx1"/>
          </a:solidFill>
          <a:latin typeface="+mn-lt"/>
          <a:ea typeface="+mn-ea"/>
          <a:cs typeface="+mn-cs"/>
        </a:defRPr>
      </a:lvl1pPr>
      <a:lvl2pPr marL="899795" indent="-299720" algn="l" defTabSz="1200150" rtl="0" eaLnBrk="1" latinLnBrk="0" hangingPunct="1">
        <a:lnSpc>
          <a:spcPct val="90000"/>
        </a:lnSpc>
        <a:spcBef>
          <a:spcPts val="655"/>
        </a:spcBef>
        <a:buFont typeface="Arial" panose="020B060402020209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870" indent="-299720" algn="l" defTabSz="1200150" rtl="0" eaLnBrk="1" latinLnBrk="0" hangingPunct="1">
        <a:lnSpc>
          <a:spcPct val="90000"/>
        </a:lnSpc>
        <a:spcBef>
          <a:spcPts val="655"/>
        </a:spcBef>
        <a:buFont typeface="Arial" panose="020B060402020209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5" indent="-299720" algn="l" defTabSz="1200150" rtl="0" eaLnBrk="1" latinLnBrk="0" hangingPunct="1">
        <a:lnSpc>
          <a:spcPct val="90000"/>
        </a:lnSpc>
        <a:spcBef>
          <a:spcPts val="655"/>
        </a:spcBef>
        <a:buFont typeface="Arial" panose="020B060402020209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4pPr>
      <a:lvl5pPr marL="2700020" indent="-299720" algn="l" defTabSz="1200150" rtl="0" eaLnBrk="1" latinLnBrk="0" hangingPunct="1">
        <a:lnSpc>
          <a:spcPct val="90000"/>
        </a:lnSpc>
        <a:spcBef>
          <a:spcPts val="655"/>
        </a:spcBef>
        <a:buFont typeface="Arial" panose="020B060402020209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5pPr>
      <a:lvl6pPr marL="3300095" indent="-299720" algn="l" defTabSz="1200150" rtl="0" eaLnBrk="1" latinLnBrk="0" hangingPunct="1">
        <a:lnSpc>
          <a:spcPct val="90000"/>
        </a:lnSpc>
        <a:spcBef>
          <a:spcPts val="655"/>
        </a:spcBef>
        <a:buFont typeface="Arial" panose="020B060402020209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6pPr>
      <a:lvl7pPr marL="3900170" indent="-299720" algn="l" defTabSz="1200150" rtl="0" eaLnBrk="1" latinLnBrk="0" hangingPunct="1">
        <a:lnSpc>
          <a:spcPct val="90000"/>
        </a:lnSpc>
        <a:spcBef>
          <a:spcPts val="655"/>
        </a:spcBef>
        <a:buFont typeface="Arial" panose="020B060402020209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7pPr>
      <a:lvl8pPr marL="4499610" indent="-299720" algn="l" defTabSz="1200150" rtl="0" eaLnBrk="1" latinLnBrk="0" hangingPunct="1">
        <a:lnSpc>
          <a:spcPct val="90000"/>
        </a:lnSpc>
        <a:spcBef>
          <a:spcPts val="655"/>
        </a:spcBef>
        <a:buFont typeface="Arial" panose="020B060402020209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8pPr>
      <a:lvl9pPr marL="5099685" indent="-299720" algn="l" defTabSz="1200150" rtl="0" eaLnBrk="1" latinLnBrk="0" hangingPunct="1">
        <a:lnSpc>
          <a:spcPct val="90000"/>
        </a:lnSpc>
        <a:spcBef>
          <a:spcPts val="655"/>
        </a:spcBef>
        <a:buFont typeface="Arial" panose="020B0604020202090204" pitchFamily="34" charset="0"/>
        <a:buChar char="•"/>
        <a:defRPr sz="2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1pPr>
      <a:lvl2pPr marL="60007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4pPr>
      <a:lvl5pPr marL="239966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5pPr>
      <a:lvl6pPr marL="299974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6pPr>
      <a:lvl7pPr marL="359981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7pPr>
      <a:lvl8pPr marL="4199890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8pPr>
      <a:lvl9pPr marL="4799965" algn="l" defTabSz="1200150" rtl="0" eaLnBrk="1" latinLnBrk="0" hangingPunct="1">
        <a:defRPr sz="2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矩形 155"/>
          <p:cNvSpPr/>
          <p:nvPr/>
        </p:nvSpPr>
        <p:spPr>
          <a:xfrm>
            <a:off x="13425506" y="434460"/>
            <a:ext cx="4889638" cy="587458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67" name="矩形 166"/>
          <p:cNvSpPr/>
          <p:nvPr/>
        </p:nvSpPr>
        <p:spPr>
          <a:xfrm>
            <a:off x="13563435" y="1001260"/>
            <a:ext cx="4607676" cy="291237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78" name="矩形 177"/>
          <p:cNvSpPr/>
          <p:nvPr/>
        </p:nvSpPr>
        <p:spPr>
          <a:xfrm>
            <a:off x="13671661" y="1776012"/>
            <a:ext cx="4375361" cy="16421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59" name="矩形 158"/>
          <p:cNvSpPr/>
          <p:nvPr/>
        </p:nvSpPr>
        <p:spPr>
          <a:xfrm>
            <a:off x="13419876" y="6455929"/>
            <a:ext cx="4893033" cy="21091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60" name="矩形 159"/>
          <p:cNvSpPr/>
          <p:nvPr/>
        </p:nvSpPr>
        <p:spPr>
          <a:xfrm>
            <a:off x="9350051" y="431127"/>
            <a:ext cx="3891972" cy="81251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66" name="矩形 165"/>
          <p:cNvSpPr/>
          <p:nvPr/>
        </p:nvSpPr>
        <p:spPr>
          <a:xfrm>
            <a:off x="13563435" y="4673663"/>
            <a:ext cx="4607676" cy="110448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68" name="矩形 167"/>
          <p:cNvSpPr/>
          <p:nvPr/>
        </p:nvSpPr>
        <p:spPr>
          <a:xfrm>
            <a:off x="9449873" y="562791"/>
            <a:ext cx="3678491" cy="23267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40000"/>
                <a:lumOff val="6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69" name="矩形 168"/>
          <p:cNvSpPr/>
          <p:nvPr/>
        </p:nvSpPr>
        <p:spPr>
          <a:xfrm>
            <a:off x="9449873" y="2981124"/>
            <a:ext cx="3678491" cy="179320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70" name="矩形 169"/>
          <p:cNvSpPr/>
          <p:nvPr/>
        </p:nvSpPr>
        <p:spPr>
          <a:xfrm>
            <a:off x="9455541" y="5179258"/>
            <a:ext cx="3664253" cy="26998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57" name="矩形 156"/>
          <p:cNvSpPr/>
          <p:nvPr/>
        </p:nvSpPr>
        <p:spPr>
          <a:xfrm>
            <a:off x="5798712" y="5051549"/>
            <a:ext cx="3393503" cy="35046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58" name="矩形 157"/>
          <p:cNvSpPr/>
          <p:nvPr/>
        </p:nvSpPr>
        <p:spPr>
          <a:xfrm>
            <a:off x="5802860" y="431120"/>
            <a:ext cx="3397734" cy="44842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417" name="矩形 416"/>
          <p:cNvSpPr/>
          <p:nvPr/>
        </p:nvSpPr>
        <p:spPr>
          <a:xfrm>
            <a:off x="855972" y="431114"/>
            <a:ext cx="4782024" cy="813731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chemeClr val="accent2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sp>
        <p:nvSpPr>
          <p:cNvPr id="56" name="矩形: 圆角 55"/>
          <p:cNvSpPr/>
          <p:nvPr/>
        </p:nvSpPr>
        <p:spPr>
          <a:xfrm>
            <a:off x="6999359" y="5691426"/>
            <a:ext cx="464827" cy="2345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7" name="矩形: 圆角 56"/>
          <p:cNvSpPr/>
          <p:nvPr/>
        </p:nvSpPr>
        <p:spPr>
          <a:xfrm>
            <a:off x="8218816" y="5696288"/>
            <a:ext cx="670425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3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Conv 3x3 </a:t>
            </a:r>
            <a:endParaRPr lang="zh-CN" altLang="en-US" sz="83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8" name="矩形: 圆角 57"/>
          <p:cNvSpPr/>
          <p:nvPr/>
        </p:nvSpPr>
        <p:spPr>
          <a:xfrm>
            <a:off x="7609072" y="5691422"/>
            <a:ext cx="464827" cy="2345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9" name="流程图: 或者 58"/>
          <p:cNvSpPr/>
          <p:nvPr/>
        </p:nvSpPr>
        <p:spPr>
          <a:xfrm>
            <a:off x="7411075" y="6065700"/>
            <a:ext cx="251119" cy="24991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sp>
        <p:nvSpPr>
          <p:cNvPr id="60" name="矩形: 圆角 59"/>
          <p:cNvSpPr/>
          <p:nvPr/>
        </p:nvSpPr>
        <p:spPr>
          <a:xfrm>
            <a:off x="6186077" y="5934581"/>
            <a:ext cx="670425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BN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1" name="矩形: 圆角 60"/>
          <p:cNvSpPr/>
          <p:nvPr/>
        </p:nvSpPr>
        <p:spPr>
          <a:xfrm>
            <a:off x="8222563" y="5933643"/>
            <a:ext cx="660806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BN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2" name="矩形: 圆角 61"/>
          <p:cNvSpPr/>
          <p:nvPr/>
        </p:nvSpPr>
        <p:spPr>
          <a:xfrm>
            <a:off x="7116116" y="7185020"/>
            <a:ext cx="840320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Sigmoid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63" name="直接箭头连接符 62"/>
          <p:cNvCxnSpPr>
            <a:stCxn id="58" idx="2"/>
            <a:endCxn id="59" idx="7"/>
          </p:cNvCxnSpPr>
          <p:nvPr/>
        </p:nvCxnSpPr>
        <p:spPr>
          <a:xfrm flipH="1">
            <a:off x="7625408" y="5926035"/>
            <a:ext cx="216078" cy="1762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56" idx="2"/>
            <a:endCxn id="59" idx="1"/>
          </p:cNvCxnSpPr>
          <p:nvPr/>
        </p:nvCxnSpPr>
        <p:spPr>
          <a:xfrm>
            <a:off x="7231768" y="5926028"/>
            <a:ext cx="216070" cy="1762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/>
          <p:cNvCxnSpPr>
            <a:stCxn id="60" idx="3"/>
            <a:endCxn id="59" idx="2"/>
          </p:cNvCxnSpPr>
          <p:nvPr/>
        </p:nvCxnSpPr>
        <p:spPr>
          <a:xfrm>
            <a:off x="6856483" y="6051885"/>
            <a:ext cx="554585" cy="1387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stCxn id="61" idx="1"/>
            <a:endCxn id="59" idx="6"/>
          </p:cNvCxnSpPr>
          <p:nvPr/>
        </p:nvCxnSpPr>
        <p:spPr>
          <a:xfrm flipH="1">
            <a:off x="7662188" y="6050956"/>
            <a:ext cx="560370" cy="13970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接箭头连接符 69"/>
          <p:cNvCxnSpPr>
            <a:endCxn id="57" idx="0"/>
          </p:cNvCxnSpPr>
          <p:nvPr/>
        </p:nvCxnSpPr>
        <p:spPr>
          <a:xfrm>
            <a:off x="8554014" y="5301807"/>
            <a:ext cx="15" cy="3944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连接符: 肘形 71"/>
          <p:cNvCxnSpPr>
            <a:stCxn id="57" idx="0"/>
            <a:endCxn id="58" idx="0"/>
          </p:cNvCxnSpPr>
          <p:nvPr/>
        </p:nvCxnSpPr>
        <p:spPr>
          <a:xfrm rot="16200000" flipV="1">
            <a:off x="8195324" y="5337583"/>
            <a:ext cx="4866" cy="712543"/>
          </a:xfrm>
          <a:prstGeom prst="bentConnector3">
            <a:avLst>
              <a:gd name="adj1" fmla="val 4680415"/>
            </a:avLst>
          </a:prstGeom>
          <a:ln w="19050">
            <a:solidFill>
              <a:schemeClr val="tx1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矩形: 圆角 73"/>
          <p:cNvSpPr/>
          <p:nvPr/>
        </p:nvSpPr>
        <p:spPr>
          <a:xfrm>
            <a:off x="6184058" y="5695706"/>
            <a:ext cx="670425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3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Conv 3x3 </a:t>
            </a:r>
            <a:endParaRPr lang="zh-CN" altLang="en-US" sz="83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7698116" y="8122615"/>
            <a:ext cx="1522657" cy="424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6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(c) </a:t>
            </a:r>
            <a:r>
              <a:rPr lang="en-US" altLang="zh-CN" sz="2065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SLGAG</a:t>
            </a:r>
            <a:endParaRPr lang="zh-CN" altLang="en-US" sz="206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7" name="流程图: 汇总连接 76"/>
          <p:cNvSpPr/>
          <p:nvPr/>
        </p:nvSpPr>
        <p:spPr>
          <a:xfrm>
            <a:off x="7406679" y="7541529"/>
            <a:ext cx="259194" cy="245935"/>
          </a:xfrm>
          <a:prstGeom prst="flowChartSummingJunct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sp>
        <p:nvSpPr>
          <p:cNvPr id="82" name="矩形: 圆角 81"/>
          <p:cNvSpPr/>
          <p:nvPr/>
        </p:nvSpPr>
        <p:spPr>
          <a:xfrm>
            <a:off x="10242669" y="883701"/>
            <a:ext cx="963345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AMP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3" name="矩形: 圆角 82"/>
          <p:cNvSpPr/>
          <p:nvPr/>
        </p:nvSpPr>
        <p:spPr>
          <a:xfrm>
            <a:off x="10242669" y="1120420"/>
            <a:ext cx="963345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35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PWC C/r </a:t>
            </a:r>
            <a:endParaRPr lang="zh-CN" altLang="en-US" sz="1135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4" name="矩形: 圆角 83"/>
          <p:cNvSpPr/>
          <p:nvPr/>
        </p:nvSpPr>
        <p:spPr>
          <a:xfrm>
            <a:off x="10241259" y="1355014"/>
            <a:ext cx="963345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ReLU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5" name="矩形: 圆角 84"/>
          <p:cNvSpPr/>
          <p:nvPr/>
        </p:nvSpPr>
        <p:spPr>
          <a:xfrm>
            <a:off x="10242657" y="1592717"/>
            <a:ext cx="963345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PWC C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6" name="矩形: 圆角 85"/>
          <p:cNvSpPr/>
          <p:nvPr/>
        </p:nvSpPr>
        <p:spPr>
          <a:xfrm>
            <a:off x="11348687" y="878982"/>
            <a:ext cx="963345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AAP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7" name="矩形: 圆角 86"/>
          <p:cNvSpPr/>
          <p:nvPr/>
        </p:nvSpPr>
        <p:spPr>
          <a:xfrm>
            <a:off x="11348687" y="1115699"/>
            <a:ext cx="963345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35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PWC C/r </a:t>
            </a:r>
            <a:endParaRPr lang="zh-CN" altLang="en-US" sz="1135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8" name="矩形: 圆角 87"/>
          <p:cNvSpPr/>
          <p:nvPr/>
        </p:nvSpPr>
        <p:spPr>
          <a:xfrm>
            <a:off x="11347276" y="1350291"/>
            <a:ext cx="963345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ReLU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9" name="矩形: 圆角 88"/>
          <p:cNvSpPr/>
          <p:nvPr/>
        </p:nvSpPr>
        <p:spPr>
          <a:xfrm>
            <a:off x="11348674" y="1587996"/>
            <a:ext cx="963345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PWC C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0" name="矩形: 圆角 89"/>
          <p:cNvSpPr/>
          <p:nvPr/>
        </p:nvSpPr>
        <p:spPr>
          <a:xfrm>
            <a:off x="10856947" y="2303737"/>
            <a:ext cx="840320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Sigmoid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91" name="流程图: 汇总连接 90"/>
          <p:cNvSpPr/>
          <p:nvPr/>
        </p:nvSpPr>
        <p:spPr>
          <a:xfrm>
            <a:off x="11147036" y="2657515"/>
            <a:ext cx="259194" cy="245935"/>
          </a:xfrm>
          <a:prstGeom prst="flowChartSummingJunct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92" name="流程图: 或者 91"/>
          <p:cNvSpPr/>
          <p:nvPr/>
        </p:nvSpPr>
        <p:spPr>
          <a:xfrm>
            <a:off x="11151241" y="1930872"/>
            <a:ext cx="251121" cy="249913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sp>
        <p:nvSpPr>
          <p:cNvPr id="100" name="矩形: 圆角 99"/>
          <p:cNvSpPr/>
          <p:nvPr/>
        </p:nvSpPr>
        <p:spPr>
          <a:xfrm>
            <a:off x="7116116" y="6951501"/>
            <a:ext cx="840320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BN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1" name="矩形: 圆角 100"/>
          <p:cNvSpPr/>
          <p:nvPr/>
        </p:nvSpPr>
        <p:spPr>
          <a:xfrm>
            <a:off x="7116116" y="6717980"/>
            <a:ext cx="840320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Conv 1x1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2" name="矩形: 圆角 101"/>
          <p:cNvSpPr/>
          <p:nvPr/>
        </p:nvSpPr>
        <p:spPr>
          <a:xfrm>
            <a:off x="7116116" y="6484459"/>
            <a:ext cx="840320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ReLU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03" name="直接连接符 102"/>
          <p:cNvCxnSpPr/>
          <p:nvPr/>
        </p:nvCxnSpPr>
        <p:spPr>
          <a:xfrm flipH="1">
            <a:off x="11277036" y="474310"/>
            <a:ext cx="1" cy="206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文本框 103"/>
          <p:cNvSpPr txBox="1"/>
          <p:nvPr/>
        </p:nvSpPr>
        <p:spPr>
          <a:xfrm>
            <a:off x="12352045" y="2309616"/>
            <a:ext cx="783052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(f) </a:t>
            </a:r>
            <a:r>
              <a:rPr lang="en-US" altLang="zh-CN" sz="1655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CA</a:t>
            </a:r>
            <a:endParaRPr lang="zh-CN" altLang="en-US" sz="165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5" name="矩形: 圆角 104"/>
          <p:cNvSpPr/>
          <p:nvPr/>
        </p:nvSpPr>
        <p:spPr>
          <a:xfrm>
            <a:off x="10226388" y="3198094"/>
            <a:ext cx="963345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3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Channel Max</a:t>
            </a:r>
            <a:endParaRPr lang="zh-CN" altLang="en-US" sz="93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6" name="矩形: 圆角 105"/>
          <p:cNvSpPr/>
          <p:nvPr/>
        </p:nvSpPr>
        <p:spPr>
          <a:xfrm>
            <a:off x="11328564" y="3194776"/>
            <a:ext cx="963345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3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Channel Average</a:t>
            </a:r>
            <a:endParaRPr lang="zh-CN" altLang="en-US" sz="83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7" name="矩形: 圆角 106"/>
          <p:cNvSpPr/>
          <p:nvPr/>
        </p:nvSpPr>
        <p:spPr>
          <a:xfrm>
            <a:off x="10654968" y="3842525"/>
            <a:ext cx="1207090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35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LKC 7x7 Pad:3 </a:t>
            </a:r>
            <a:endParaRPr lang="zh-CN" altLang="en-US" sz="1035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08" name="椭圆 107"/>
          <p:cNvSpPr/>
          <p:nvPr/>
        </p:nvSpPr>
        <p:spPr>
          <a:xfrm>
            <a:off x="11128895" y="3457094"/>
            <a:ext cx="259194" cy="245934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60" dirty="0">
                <a:solidFill>
                  <a:schemeClr val="tx1"/>
                </a:solidFill>
              </a:rPr>
              <a:t>c</a:t>
            </a:r>
            <a:endParaRPr lang="zh-CN" altLang="en-US" sz="1860" dirty="0">
              <a:solidFill>
                <a:schemeClr val="tx1"/>
              </a:solidFill>
            </a:endParaRPr>
          </a:p>
        </p:txBody>
      </p:sp>
      <p:sp>
        <p:nvSpPr>
          <p:cNvPr id="109" name="矩形: 圆角 108"/>
          <p:cNvSpPr/>
          <p:nvPr/>
        </p:nvSpPr>
        <p:spPr>
          <a:xfrm>
            <a:off x="10654968" y="4076554"/>
            <a:ext cx="1207090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Sigmoid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12" name="直接箭头连接符 111"/>
          <p:cNvCxnSpPr>
            <a:stCxn id="108" idx="4"/>
            <a:endCxn id="107" idx="0"/>
          </p:cNvCxnSpPr>
          <p:nvPr/>
        </p:nvCxnSpPr>
        <p:spPr>
          <a:xfrm>
            <a:off x="11258505" y="3703021"/>
            <a:ext cx="0" cy="1395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流程图: 汇总连接 112"/>
          <p:cNvSpPr/>
          <p:nvPr/>
        </p:nvSpPr>
        <p:spPr>
          <a:xfrm>
            <a:off x="11128895" y="4422579"/>
            <a:ext cx="259194" cy="245934"/>
          </a:xfrm>
          <a:prstGeom prst="flowChartSummingJunct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cxnSp>
        <p:nvCxnSpPr>
          <p:cNvPr id="114" name="直接箭头连接符 113"/>
          <p:cNvCxnSpPr>
            <a:stCxn id="109" idx="2"/>
            <a:endCxn id="113" idx="0"/>
          </p:cNvCxnSpPr>
          <p:nvPr/>
        </p:nvCxnSpPr>
        <p:spPr>
          <a:xfrm flipH="1">
            <a:off x="11258505" y="4311163"/>
            <a:ext cx="0" cy="1114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连接符: 肘形 116"/>
          <p:cNvCxnSpPr>
            <a:stCxn id="106" idx="0"/>
            <a:endCxn id="113" idx="2"/>
          </p:cNvCxnSpPr>
          <p:nvPr/>
        </p:nvCxnSpPr>
        <p:spPr>
          <a:xfrm rot="16200000" flipH="1" flipV="1">
            <a:off x="10794204" y="3529518"/>
            <a:ext cx="1350755" cy="681322"/>
          </a:xfrm>
          <a:prstGeom prst="bentConnector4">
            <a:avLst>
              <a:gd name="adj1" fmla="val -10165"/>
              <a:gd name="adj2" fmla="val 24886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本框 117"/>
          <p:cNvSpPr txBox="1"/>
          <p:nvPr/>
        </p:nvSpPr>
        <p:spPr>
          <a:xfrm>
            <a:off x="12372388" y="4389445"/>
            <a:ext cx="783052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(g) </a:t>
            </a:r>
            <a:r>
              <a:rPr lang="en-US" altLang="zh-CN" sz="1655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SA</a:t>
            </a:r>
            <a:endParaRPr lang="zh-CN" altLang="en-US" sz="165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19" name="矩形: 圆角 118"/>
          <p:cNvSpPr/>
          <p:nvPr/>
        </p:nvSpPr>
        <p:spPr>
          <a:xfrm>
            <a:off x="11022824" y="4854207"/>
            <a:ext cx="464827" cy="234591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SC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1" name="矩形: 圆角 120"/>
          <p:cNvSpPr/>
          <p:nvPr/>
        </p:nvSpPr>
        <p:spPr>
          <a:xfrm>
            <a:off x="10833620" y="6377855"/>
            <a:ext cx="840320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3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BN, ReLU6 </a:t>
            </a:r>
            <a:endParaRPr lang="zh-CN" altLang="en-US" sz="93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2" name="矩形: 圆角 121"/>
          <p:cNvSpPr/>
          <p:nvPr/>
        </p:nvSpPr>
        <p:spPr>
          <a:xfrm>
            <a:off x="10833616" y="6145213"/>
            <a:ext cx="840322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DWC3x3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4" name="矩形: 圆角 123"/>
          <p:cNvSpPr/>
          <p:nvPr/>
        </p:nvSpPr>
        <p:spPr>
          <a:xfrm>
            <a:off x="11890874" y="6378862"/>
            <a:ext cx="840320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3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BN, ReLU6 </a:t>
            </a:r>
            <a:endParaRPr lang="zh-CN" altLang="en-US" sz="93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5" name="矩形: 圆角 124"/>
          <p:cNvSpPr/>
          <p:nvPr/>
        </p:nvSpPr>
        <p:spPr>
          <a:xfrm>
            <a:off x="11890872" y="6146221"/>
            <a:ext cx="840322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DWC5x5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28" name="矩形: 圆角 127"/>
          <p:cNvSpPr/>
          <p:nvPr/>
        </p:nvSpPr>
        <p:spPr>
          <a:xfrm>
            <a:off x="9776359" y="6145213"/>
            <a:ext cx="840322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DWC1x1 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29" name="直接箭头连接符 128"/>
          <p:cNvCxnSpPr>
            <a:stCxn id="113" idx="4"/>
            <a:endCxn id="119" idx="0"/>
          </p:cNvCxnSpPr>
          <p:nvPr/>
        </p:nvCxnSpPr>
        <p:spPr>
          <a:xfrm flipH="1">
            <a:off x="11255234" y="4668510"/>
            <a:ext cx="3261" cy="1856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矩形: 圆角 130"/>
          <p:cNvSpPr/>
          <p:nvPr/>
        </p:nvSpPr>
        <p:spPr>
          <a:xfrm>
            <a:off x="10651688" y="7527230"/>
            <a:ext cx="1207090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35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Channel Shuffle </a:t>
            </a:r>
            <a:endParaRPr lang="zh-CN" altLang="en-US" sz="1035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32" name="流程图: 或者 131"/>
          <p:cNvSpPr/>
          <p:nvPr/>
        </p:nvSpPr>
        <p:spPr>
          <a:xfrm>
            <a:off x="11131267" y="8029994"/>
            <a:ext cx="251121" cy="249913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sp>
        <p:nvSpPr>
          <p:cNvPr id="140" name="文本框 139"/>
          <p:cNvSpPr txBox="1"/>
          <p:nvPr/>
        </p:nvSpPr>
        <p:spPr>
          <a:xfrm>
            <a:off x="11775799" y="8067610"/>
            <a:ext cx="1250663" cy="410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6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(d) </a:t>
            </a:r>
            <a:r>
              <a:rPr lang="en-US" altLang="zh-CN" sz="2065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SLCB</a:t>
            </a:r>
            <a:endParaRPr lang="zh-CN" altLang="en-US" sz="206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12187302" y="7502339"/>
            <a:ext cx="867625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(h) </a:t>
            </a:r>
            <a:r>
              <a:rPr lang="en-US" altLang="zh-CN" sz="1655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</a:t>
            </a:r>
            <a:endParaRPr lang="zh-CN" altLang="en-US" sz="165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4" name="矩形: 圆角 143"/>
          <p:cNvSpPr/>
          <p:nvPr/>
        </p:nvSpPr>
        <p:spPr>
          <a:xfrm>
            <a:off x="6810016" y="1086227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LN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5" name="矩形: 圆角 144"/>
          <p:cNvSpPr/>
          <p:nvPr/>
        </p:nvSpPr>
        <p:spPr>
          <a:xfrm>
            <a:off x="6105578" y="1611542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Linear Layer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6" name="矩形: 圆角 145"/>
          <p:cNvSpPr/>
          <p:nvPr/>
        </p:nvSpPr>
        <p:spPr>
          <a:xfrm>
            <a:off x="6105578" y="1857094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DWC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7" name="矩形: 圆角 146"/>
          <p:cNvSpPr/>
          <p:nvPr/>
        </p:nvSpPr>
        <p:spPr>
          <a:xfrm>
            <a:off x="6105578" y="2102620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ReLU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8" name="矩形: 圆角 147"/>
          <p:cNvSpPr/>
          <p:nvPr/>
        </p:nvSpPr>
        <p:spPr>
          <a:xfrm>
            <a:off x="6105578" y="2345755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SS2D</a:t>
            </a:r>
            <a:endParaRPr lang="en-US" altLang="zh-CN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49" name="矩形: 圆角 148"/>
          <p:cNvSpPr/>
          <p:nvPr/>
        </p:nvSpPr>
        <p:spPr>
          <a:xfrm>
            <a:off x="6105578" y="2586580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LN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0" name="流程图: 汇总连接 149"/>
          <p:cNvSpPr/>
          <p:nvPr/>
        </p:nvSpPr>
        <p:spPr>
          <a:xfrm>
            <a:off x="7197335" y="2966812"/>
            <a:ext cx="259194" cy="245934"/>
          </a:xfrm>
          <a:prstGeom prst="flowChartSummingJunct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51" name="矩形: 圆角 150"/>
          <p:cNvSpPr/>
          <p:nvPr/>
        </p:nvSpPr>
        <p:spPr>
          <a:xfrm>
            <a:off x="7587861" y="1996398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Linear Layer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2" name="矩形: 圆角 151"/>
          <p:cNvSpPr/>
          <p:nvPr/>
        </p:nvSpPr>
        <p:spPr>
          <a:xfrm>
            <a:off x="7587861" y="2241925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ReLU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53" name="矩形: 圆角 152"/>
          <p:cNvSpPr/>
          <p:nvPr/>
        </p:nvSpPr>
        <p:spPr>
          <a:xfrm>
            <a:off x="6798470" y="3335155"/>
            <a:ext cx="1059574" cy="243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Linear Layer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176" name="直接箭头连接符 175"/>
          <p:cNvCxnSpPr>
            <a:stCxn id="150" idx="4"/>
            <a:endCxn id="153" idx="0"/>
          </p:cNvCxnSpPr>
          <p:nvPr/>
        </p:nvCxnSpPr>
        <p:spPr>
          <a:xfrm>
            <a:off x="7326943" y="3212750"/>
            <a:ext cx="1315" cy="12242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流程图: 或者 178"/>
          <p:cNvSpPr/>
          <p:nvPr/>
        </p:nvSpPr>
        <p:spPr>
          <a:xfrm>
            <a:off x="7201378" y="3699514"/>
            <a:ext cx="251119" cy="24991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cxnSp>
        <p:nvCxnSpPr>
          <p:cNvPr id="180" name="直接箭头连接符 179"/>
          <p:cNvCxnSpPr>
            <a:stCxn id="153" idx="2"/>
            <a:endCxn id="179" idx="0"/>
          </p:cNvCxnSpPr>
          <p:nvPr/>
        </p:nvCxnSpPr>
        <p:spPr>
          <a:xfrm flipH="1">
            <a:off x="7326943" y="3579093"/>
            <a:ext cx="1315" cy="1204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直接箭头连接符 184"/>
          <p:cNvCxnSpPr>
            <a:stCxn id="179" idx="4"/>
          </p:cNvCxnSpPr>
          <p:nvPr/>
        </p:nvCxnSpPr>
        <p:spPr>
          <a:xfrm>
            <a:off x="7326943" y="3949433"/>
            <a:ext cx="1315" cy="2126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0" name="文本框 199"/>
          <p:cNvSpPr txBox="1"/>
          <p:nvPr/>
        </p:nvSpPr>
        <p:spPr>
          <a:xfrm>
            <a:off x="7495462" y="4436876"/>
            <a:ext cx="1751502" cy="424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6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(b)</a:t>
            </a:r>
            <a:r>
              <a:rPr lang="en-US" altLang="zh-CN" sz="2065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VSS Block</a:t>
            </a:r>
            <a:endParaRPr lang="zh-CN" altLang="en-US" sz="206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2" name="文本框 201"/>
          <p:cNvSpPr txBox="1"/>
          <p:nvPr/>
        </p:nvSpPr>
        <p:spPr>
          <a:xfrm>
            <a:off x="17432182" y="5909364"/>
            <a:ext cx="912400" cy="4245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6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(e) </a:t>
            </a:r>
            <a:r>
              <a:rPr lang="en-US" altLang="zh-CN" sz="2065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SC</a:t>
            </a:r>
            <a:endParaRPr lang="zh-CN" altLang="en-US" sz="206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3" name="矩形: 圆角 202"/>
          <p:cNvSpPr/>
          <p:nvPr/>
        </p:nvSpPr>
        <p:spPr>
          <a:xfrm>
            <a:off x="15281314" y="662353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Norm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5" name="矩形: 圆角 204"/>
          <p:cNvSpPr/>
          <p:nvPr/>
        </p:nvSpPr>
        <p:spPr>
          <a:xfrm>
            <a:off x="15280679" y="1398075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Full Connect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6" name="矩形: 圆角 205"/>
          <p:cNvSpPr/>
          <p:nvPr/>
        </p:nvSpPr>
        <p:spPr>
          <a:xfrm>
            <a:off x="15281314" y="1151350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GeLU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9" name="矩形: 圆角 208"/>
          <p:cNvSpPr/>
          <p:nvPr/>
        </p:nvSpPr>
        <p:spPr>
          <a:xfrm>
            <a:off x="15279872" y="3516993"/>
            <a:ext cx="1059574" cy="243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Full Connect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0" name="矩形: 圆角 209"/>
          <p:cNvSpPr/>
          <p:nvPr/>
        </p:nvSpPr>
        <p:spPr>
          <a:xfrm>
            <a:off x="15280679" y="1982982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DWC 5x5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1" name="矩形: 圆角 210"/>
          <p:cNvSpPr/>
          <p:nvPr/>
        </p:nvSpPr>
        <p:spPr>
          <a:xfrm>
            <a:off x="15280680" y="2228442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 Strip Conv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2" name="矩形: 圆角 211"/>
          <p:cNvSpPr/>
          <p:nvPr/>
        </p:nvSpPr>
        <p:spPr>
          <a:xfrm>
            <a:off x="15280680" y="2472363"/>
            <a:ext cx="1059575" cy="24392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 Strip Conv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3" name="矩形: 圆角 212"/>
          <p:cNvSpPr/>
          <p:nvPr/>
        </p:nvSpPr>
        <p:spPr>
          <a:xfrm>
            <a:off x="15279872" y="2714868"/>
            <a:ext cx="1059574" cy="243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PWC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14" name="流程图: 汇总连接 213"/>
          <p:cNvSpPr/>
          <p:nvPr/>
        </p:nvSpPr>
        <p:spPr>
          <a:xfrm>
            <a:off x="15680274" y="3116501"/>
            <a:ext cx="259194" cy="245934"/>
          </a:xfrm>
          <a:prstGeom prst="flowChartSummingJunct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cxnSp>
        <p:nvCxnSpPr>
          <p:cNvPr id="245" name="直接箭头连接符 244"/>
          <p:cNvCxnSpPr>
            <a:stCxn id="213" idx="2"/>
            <a:endCxn id="214" idx="0"/>
          </p:cNvCxnSpPr>
          <p:nvPr/>
        </p:nvCxnSpPr>
        <p:spPr>
          <a:xfrm>
            <a:off x="15809661" y="2958787"/>
            <a:ext cx="222" cy="15771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/>
          <p:cNvCxnSpPr>
            <a:stCxn id="214" idx="4"/>
            <a:endCxn id="209" idx="0"/>
          </p:cNvCxnSpPr>
          <p:nvPr/>
        </p:nvCxnSpPr>
        <p:spPr>
          <a:xfrm flipH="1">
            <a:off x="15809661" y="3362444"/>
            <a:ext cx="222" cy="15455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3" name="流程图: 或者 252"/>
          <p:cNvSpPr/>
          <p:nvPr/>
        </p:nvSpPr>
        <p:spPr>
          <a:xfrm>
            <a:off x="15683394" y="3931921"/>
            <a:ext cx="251119" cy="24991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sp>
        <p:nvSpPr>
          <p:cNvPr id="269" name="矩形: 圆角 268"/>
          <p:cNvSpPr/>
          <p:nvPr/>
        </p:nvSpPr>
        <p:spPr>
          <a:xfrm>
            <a:off x="15282687" y="4305179"/>
            <a:ext cx="1059574" cy="243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Norm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70" name="矩形: 圆角 269"/>
          <p:cNvSpPr/>
          <p:nvPr/>
        </p:nvSpPr>
        <p:spPr>
          <a:xfrm>
            <a:off x="15282687" y="4751599"/>
            <a:ext cx="1059574" cy="243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Full Connect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71" name="直接箭头连接符 270"/>
          <p:cNvCxnSpPr>
            <a:stCxn id="253" idx="4"/>
            <a:endCxn id="269" idx="0"/>
          </p:cNvCxnSpPr>
          <p:nvPr/>
        </p:nvCxnSpPr>
        <p:spPr>
          <a:xfrm>
            <a:off x="15808954" y="4181836"/>
            <a:ext cx="3521" cy="12334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流程图: 或者 279"/>
          <p:cNvSpPr/>
          <p:nvPr/>
        </p:nvSpPr>
        <p:spPr>
          <a:xfrm>
            <a:off x="15686909" y="5860699"/>
            <a:ext cx="251119" cy="249914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cxnSp>
        <p:nvCxnSpPr>
          <p:cNvPr id="284" name="直接箭头连接符 283"/>
          <p:cNvCxnSpPr/>
          <p:nvPr/>
        </p:nvCxnSpPr>
        <p:spPr>
          <a:xfrm>
            <a:off x="15816040" y="6110613"/>
            <a:ext cx="0" cy="937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9" name="直接箭头连接符 328"/>
          <p:cNvCxnSpPr>
            <a:stCxn id="209" idx="2"/>
            <a:endCxn id="253" idx="0"/>
          </p:cNvCxnSpPr>
          <p:nvPr/>
        </p:nvCxnSpPr>
        <p:spPr>
          <a:xfrm flipH="1">
            <a:off x="15808955" y="3760910"/>
            <a:ext cx="696" cy="1710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5" name="文本框 354"/>
          <p:cNvSpPr txBox="1"/>
          <p:nvPr/>
        </p:nvSpPr>
        <p:spPr>
          <a:xfrm>
            <a:off x="16670019" y="3567099"/>
            <a:ext cx="1522657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(i) </a:t>
            </a:r>
            <a:r>
              <a:rPr lang="en-US" altLang="zh-CN" sz="1655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Strip Block</a:t>
            </a:r>
            <a:endParaRPr lang="zh-CN" altLang="en-US" sz="165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66" name="文本框 365"/>
          <p:cNvSpPr txBox="1"/>
          <p:nvPr/>
        </p:nvSpPr>
        <p:spPr>
          <a:xfrm>
            <a:off x="16365168" y="3067109"/>
            <a:ext cx="1706728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(j) </a:t>
            </a:r>
            <a:r>
              <a:rPr lang="en-US" altLang="zh-CN" sz="1655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Strip Module</a:t>
            </a:r>
            <a:endParaRPr lang="zh-CN" altLang="en-US" sz="165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94" name="流程图: 汇总连接 193"/>
          <p:cNvSpPr/>
          <p:nvPr/>
        </p:nvSpPr>
        <p:spPr>
          <a:xfrm>
            <a:off x="13524962" y="7462452"/>
            <a:ext cx="262054" cy="249672"/>
          </a:xfrm>
          <a:prstGeom prst="flowChartSummingJunction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 dirty="0"/>
          </a:p>
        </p:txBody>
      </p:sp>
      <p:sp>
        <p:nvSpPr>
          <p:cNvPr id="195" name="文本框 194"/>
          <p:cNvSpPr txBox="1"/>
          <p:nvPr/>
        </p:nvSpPr>
        <p:spPr>
          <a:xfrm>
            <a:off x="13782727" y="7409955"/>
            <a:ext cx="1844367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Hadamard Product</a:t>
            </a:r>
            <a:endParaRPr lang="zh-CN" altLang="en-US" sz="165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198" name="流程图: 或者 197"/>
          <p:cNvSpPr/>
          <p:nvPr/>
        </p:nvSpPr>
        <p:spPr>
          <a:xfrm>
            <a:off x="13532703" y="7120694"/>
            <a:ext cx="253893" cy="253712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sp>
        <p:nvSpPr>
          <p:cNvPr id="199" name="文本框 198"/>
          <p:cNvSpPr txBox="1"/>
          <p:nvPr/>
        </p:nvSpPr>
        <p:spPr>
          <a:xfrm>
            <a:off x="13798783" y="7120083"/>
            <a:ext cx="1759263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Bit-wise Addition</a:t>
            </a:r>
            <a:endParaRPr lang="zh-CN" altLang="en-US" sz="165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08" name="椭圆 207"/>
          <p:cNvSpPr/>
          <p:nvPr/>
        </p:nvSpPr>
        <p:spPr>
          <a:xfrm>
            <a:off x="13539360" y="6746293"/>
            <a:ext cx="262054" cy="249672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60" dirty="0">
                <a:solidFill>
                  <a:schemeClr val="tx1"/>
                </a:solidFill>
                <a:latin typeface="+mn-ea"/>
              </a:rPr>
              <a:t>c</a:t>
            </a:r>
            <a:endParaRPr lang="zh-CN" altLang="en-US" sz="186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6" name="文本框 215"/>
          <p:cNvSpPr txBox="1"/>
          <p:nvPr/>
        </p:nvSpPr>
        <p:spPr>
          <a:xfrm>
            <a:off x="13754967" y="6740318"/>
            <a:ext cx="1514364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Concatenation</a:t>
            </a:r>
            <a:endParaRPr lang="zh-CN" altLang="en-US" sz="165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3" name="矩形: 圆角 242"/>
          <p:cNvSpPr/>
          <p:nvPr/>
        </p:nvSpPr>
        <p:spPr>
          <a:xfrm>
            <a:off x="15653116" y="7493015"/>
            <a:ext cx="518831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35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AAP </a:t>
            </a:r>
            <a:endParaRPr lang="zh-CN" altLang="en-US" sz="1035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6" name="矩形: 圆角 245"/>
          <p:cNvSpPr/>
          <p:nvPr/>
        </p:nvSpPr>
        <p:spPr>
          <a:xfrm>
            <a:off x="15656946" y="7171263"/>
            <a:ext cx="518831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35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AMP </a:t>
            </a:r>
            <a:endParaRPr lang="zh-CN" altLang="en-US" sz="1035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7" name="文本框 246"/>
          <p:cNvSpPr txBox="1"/>
          <p:nvPr/>
        </p:nvSpPr>
        <p:spPr>
          <a:xfrm>
            <a:off x="16148068" y="7452932"/>
            <a:ext cx="2196922" cy="326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5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Adapted Average Pooling</a:t>
            </a:r>
            <a:endParaRPr lang="zh-CN" altLang="en-US" sz="145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49" name="文本框 248"/>
          <p:cNvSpPr txBox="1"/>
          <p:nvPr/>
        </p:nvSpPr>
        <p:spPr>
          <a:xfrm>
            <a:off x="16148062" y="7103754"/>
            <a:ext cx="1923303" cy="3260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50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Adapted Max Pooling</a:t>
            </a:r>
            <a:endParaRPr lang="zh-CN" altLang="en-US" sz="145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0" name="矩形: 圆角 249"/>
          <p:cNvSpPr/>
          <p:nvPr/>
        </p:nvSpPr>
        <p:spPr>
          <a:xfrm>
            <a:off x="15663596" y="6813543"/>
            <a:ext cx="518831" cy="234593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35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 </a:t>
            </a:r>
            <a:endParaRPr lang="zh-CN" altLang="en-US" sz="1035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51" name="文本框 250"/>
          <p:cNvSpPr txBox="1"/>
          <p:nvPr/>
        </p:nvSpPr>
        <p:spPr>
          <a:xfrm>
            <a:off x="16196782" y="6778065"/>
            <a:ext cx="2244019" cy="2930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40" dirty="0">
                <a:latin typeface="Times New Roman" panose="02020503050405090304" pitchFamily="18" charset="0"/>
                <a:cs typeface="Times New Roman" panose="02020503050405090304" pitchFamily="18" charset="0"/>
              </a:rPr>
              <a:t>Segmentation Heads Conv 1x1</a:t>
            </a:r>
            <a:endParaRPr lang="zh-CN" altLang="en-US" sz="124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2" name="矩形: 圆角 301"/>
          <p:cNvSpPr/>
          <p:nvPr/>
        </p:nvSpPr>
        <p:spPr>
          <a:xfrm>
            <a:off x="10651687" y="7148313"/>
            <a:ext cx="1207090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35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PWC C, BN</a:t>
            </a:r>
            <a:endParaRPr lang="zh-CN" altLang="en-US" sz="1035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8" name="矩形: 圆角 307"/>
          <p:cNvSpPr/>
          <p:nvPr/>
        </p:nvSpPr>
        <p:spPr>
          <a:xfrm>
            <a:off x="10650244" y="5356313"/>
            <a:ext cx="1207090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35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PWC, Cx2</a:t>
            </a:r>
            <a:endParaRPr lang="zh-CN" altLang="en-US" sz="1035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09" name="矩形: 圆角 308"/>
          <p:cNvSpPr/>
          <p:nvPr/>
        </p:nvSpPr>
        <p:spPr>
          <a:xfrm>
            <a:off x="10650244" y="5589303"/>
            <a:ext cx="1207090" cy="23459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35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BN, ReLU6</a:t>
            </a:r>
            <a:endParaRPr lang="zh-CN" altLang="en-US" sz="1035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10" name="直接箭头连接符 309"/>
          <p:cNvCxnSpPr>
            <a:stCxn id="119" idx="2"/>
            <a:endCxn id="308" idx="0"/>
          </p:cNvCxnSpPr>
          <p:nvPr/>
        </p:nvCxnSpPr>
        <p:spPr>
          <a:xfrm flipH="1">
            <a:off x="11253778" y="5088809"/>
            <a:ext cx="1457" cy="2675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连接符: 肘形 315"/>
          <p:cNvCxnSpPr>
            <a:stCxn id="128" idx="0"/>
            <a:endCxn id="125" idx="0"/>
          </p:cNvCxnSpPr>
          <p:nvPr/>
        </p:nvCxnSpPr>
        <p:spPr>
          <a:xfrm rot="16200000" flipH="1">
            <a:off x="11253272" y="5088461"/>
            <a:ext cx="1008" cy="2114513"/>
          </a:xfrm>
          <a:prstGeom prst="bentConnector3">
            <a:avLst>
              <a:gd name="adj1" fmla="val -22678571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流程图: 或者 326"/>
          <p:cNvSpPr/>
          <p:nvPr/>
        </p:nvSpPr>
        <p:spPr>
          <a:xfrm>
            <a:off x="11128217" y="6774345"/>
            <a:ext cx="251121" cy="249913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sp>
        <p:nvSpPr>
          <p:cNvPr id="328" name="矩形: 圆角 327"/>
          <p:cNvSpPr/>
          <p:nvPr/>
        </p:nvSpPr>
        <p:spPr>
          <a:xfrm>
            <a:off x="9773545" y="6378015"/>
            <a:ext cx="840320" cy="2345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3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BN, ReLU6 </a:t>
            </a:r>
            <a:endParaRPr lang="zh-CN" altLang="en-US" sz="93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37" name="直接箭头连接符 336"/>
          <p:cNvCxnSpPr>
            <a:stCxn id="309" idx="2"/>
            <a:endCxn id="122" idx="0"/>
          </p:cNvCxnSpPr>
          <p:nvPr/>
        </p:nvCxnSpPr>
        <p:spPr>
          <a:xfrm flipH="1">
            <a:off x="11253777" y="5823894"/>
            <a:ext cx="12" cy="3213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0" name="矩形: 圆角 359"/>
          <p:cNvSpPr/>
          <p:nvPr/>
        </p:nvSpPr>
        <p:spPr>
          <a:xfrm>
            <a:off x="1146708" y="2600722"/>
            <a:ext cx="1370256" cy="50363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5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VSS Block *2</a:t>
            </a:r>
            <a:endParaRPr lang="zh-CN" altLang="en-US" sz="145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61" name="矩形: 圆角 360"/>
          <p:cNvSpPr/>
          <p:nvPr/>
        </p:nvSpPr>
        <p:spPr>
          <a:xfrm>
            <a:off x="1146708" y="3109230"/>
            <a:ext cx="1370256" cy="32758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Patch Merging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62" name="流程图: 或者 361"/>
          <p:cNvSpPr/>
          <p:nvPr/>
        </p:nvSpPr>
        <p:spPr>
          <a:xfrm>
            <a:off x="4549888" y="3755545"/>
            <a:ext cx="175001" cy="185575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sp>
        <p:nvSpPr>
          <p:cNvPr id="363" name="矩形: 圆角 362"/>
          <p:cNvSpPr/>
          <p:nvPr/>
        </p:nvSpPr>
        <p:spPr>
          <a:xfrm>
            <a:off x="2825132" y="6731679"/>
            <a:ext cx="840972" cy="37795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5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SLGAG</a:t>
            </a:r>
            <a:endParaRPr lang="zh-CN" altLang="en-US" sz="145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64" name="连接符: 肘形 363"/>
          <p:cNvCxnSpPr>
            <a:stCxn id="398" idx="2"/>
            <a:endCxn id="363" idx="1"/>
          </p:cNvCxnSpPr>
          <p:nvPr/>
        </p:nvCxnSpPr>
        <p:spPr>
          <a:xfrm rot="16200000" flipH="1">
            <a:off x="2144462" y="6239986"/>
            <a:ext cx="364101" cy="997242"/>
          </a:xfrm>
          <a:prstGeom prst="bentConnector2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直接箭头连接符 364"/>
          <p:cNvCxnSpPr>
            <a:stCxn id="398" idx="2"/>
            <a:endCxn id="399" idx="0"/>
          </p:cNvCxnSpPr>
          <p:nvPr/>
        </p:nvCxnSpPr>
        <p:spPr>
          <a:xfrm flipH="1">
            <a:off x="1827420" y="6556557"/>
            <a:ext cx="470" cy="6529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7" name="矩形: 圆角 366"/>
          <p:cNvSpPr/>
          <p:nvPr/>
        </p:nvSpPr>
        <p:spPr>
          <a:xfrm>
            <a:off x="2861334" y="5196265"/>
            <a:ext cx="840972" cy="37795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5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SLGAG</a:t>
            </a:r>
            <a:endParaRPr lang="zh-CN" altLang="en-US" sz="145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68" name="矩形: 圆角 367"/>
          <p:cNvSpPr/>
          <p:nvPr/>
        </p:nvSpPr>
        <p:spPr>
          <a:xfrm>
            <a:off x="2872536" y="3655756"/>
            <a:ext cx="840972" cy="37795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5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SLGAG</a:t>
            </a:r>
            <a:endParaRPr lang="zh-CN" altLang="en-US" sz="145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69" name="连接符: 肘形 368"/>
          <p:cNvCxnSpPr>
            <a:stCxn id="396" idx="2"/>
            <a:endCxn id="367" idx="1"/>
          </p:cNvCxnSpPr>
          <p:nvPr/>
        </p:nvCxnSpPr>
        <p:spPr>
          <a:xfrm rot="16200000" flipH="1">
            <a:off x="2153515" y="4677422"/>
            <a:ext cx="388153" cy="1027488"/>
          </a:xfrm>
          <a:prstGeom prst="bentConnector2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直接箭头连接符 369"/>
          <p:cNvCxnSpPr>
            <a:stCxn id="396" idx="2"/>
            <a:endCxn id="397" idx="0"/>
          </p:cNvCxnSpPr>
          <p:nvPr/>
        </p:nvCxnSpPr>
        <p:spPr>
          <a:xfrm flipH="1">
            <a:off x="1831620" y="4997086"/>
            <a:ext cx="2228" cy="7304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连接符: 肘形 370"/>
          <p:cNvCxnSpPr>
            <a:stCxn id="361" idx="2"/>
            <a:endCxn id="368" idx="1"/>
          </p:cNvCxnSpPr>
          <p:nvPr/>
        </p:nvCxnSpPr>
        <p:spPr>
          <a:xfrm rot="16200000" flipH="1">
            <a:off x="2148224" y="3120422"/>
            <a:ext cx="407924" cy="1040700"/>
          </a:xfrm>
          <a:prstGeom prst="bentConnector2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直接箭头连接符 371"/>
          <p:cNvCxnSpPr>
            <a:stCxn id="361" idx="2"/>
            <a:endCxn id="395" idx="0"/>
          </p:cNvCxnSpPr>
          <p:nvPr/>
        </p:nvCxnSpPr>
        <p:spPr>
          <a:xfrm flipH="1">
            <a:off x="1831434" y="3436805"/>
            <a:ext cx="396" cy="7241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流程图: 内部贮存 372"/>
          <p:cNvSpPr/>
          <p:nvPr/>
        </p:nvSpPr>
        <p:spPr>
          <a:xfrm>
            <a:off x="1448889" y="1005466"/>
            <a:ext cx="769914" cy="781822"/>
          </a:xfrm>
          <a:prstGeom prst="flowChartInternalStorag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Input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74" name="流程图: 内部贮存 373"/>
          <p:cNvSpPr/>
          <p:nvPr/>
        </p:nvSpPr>
        <p:spPr>
          <a:xfrm>
            <a:off x="4257679" y="1005466"/>
            <a:ext cx="769914" cy="781822"/>
          </a:xfrm>
          <a:prstGeom prst="flowChartInternalStorag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Output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75" name="直接箭头连接符 374"/>
          <p:cNvCxnSpPr>
            <a:stCxn id="379" idx="0"/>
            <a:endCxn id="374" idx="2"/>
          </p:cNvCxnSpPr>
          <p:nvPr/>
        </p:nvCxnSpPr>
        <p:spPr>
          <a:xfrm flipH="1" flipV="1">
            <a:off x="4642637" y="1787288"/>
            <a:ext cx="1" cy="2152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矩形: 圆角 375"/>
          <p:cNvSpPr/>
          <p:nvPr/>
        </p:nvSpPr>
        <p:spPr>
          <a:xfrm>
            <a:off x="3952230" y="7314940"/>
            <a:ext cx="1370257" cy="50363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6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SLCB</a:t>
            </a:r>
            <a:endParaRPr lang="zh-CN" altLang="en-US" sz="186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77" name="矩形: 圆角 376"/>
          <p:cNvSpPr/>
          <p:nvPr/>
        </p:nvSpPr>
        <p:spPr>
          <a:xfrm>
            <a:off x="1148719" y="1982033"/>
            <a:ext cx="1370257" cy="3275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Patch Embedding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78" name="矩形: 圆角 377"/>
          <p:cNvSpPr/>
          <p:nvPr/>
        </p:nvSpPr>
        <p:spPr>
          <a:xfrm>
            <a:off x="3953234" y="2932799"/>
            <a:ext cx="1370256" cy="50363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6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SLCB</a:t>
            </a:r>
            <a:endParaRPr lang="zh-CN" altLang="en-US" sz="186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79" name="矩形: 圆角 378"/>
          <p:cNvSpPr/>
          <p:nvPr/>
        </p:nvSpPr>
        <p:spPr>
          <a:xfrm>
            <a:off x="3957509" y="2002498"/>
            <a:ext cx="1370257" cy="327582"/>
          </a:xfrm>
          <a:prstGeom prst="roundRect">
            <a:avLst/>
          </a:prstGeom>
          <a:solidFill>
            <a:schemeClr val="bg2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6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</a:t>
            </a:r>
            <a:endParaRPr lang="zh-CN" altLang="en-US" sz="186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80" name="直接箭头连接符 379"/>
          <p:cNvCxnSpPr>
            <a:stCxn id="413" idx="0"/>
            <a:endCxn id="379" idx="2"/>
          </p:cNvCxnSpPr>
          <p:nvPr/>
        </p:nvCxnSpPr>
        <p:spPr>
          <a:xfrm flipV="1">
            <a:off x="4642637" y="2330080"/>
            <a:ext cx="0" cy="2747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1" name="直接箭头连接符 380"/>
          <p:cNvCxnSpPr>
            <a:stCxn id="377" idx="2"/>
            <a:endCxn id="360" idx="0"/>
          </p:cNvCxnSpPr>
          <p:nvPr/>
        </p:nvCxnSpPr>
        <p:spPr>
          <a:xfrm flipH="1">
            <a:off x="1831837" y="2309615"/>
            <a:ext cx="2011" cy="2911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2" name="直接箭头连接符 381"/>
          <p:cNvCxnSpPr>
            <a:stCxn id="373" idx="2"/>
            <a:endCxn id="377" idx="0"/>
          </p:cNvCxnSpPr>
          <p:nvPr/>
        </p:nvCxnSpPr>
        <p:spPr>
          <a:xfrm>
            <a:off x="1833847" y="1787289"/>
            <a:ext cx="1" cy="1947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3" name="连接符: 肘形 382"/>
          <p:cNvCxnSpPr>
            <a:stCxn id="399" idx="2"/>
            <a:endCxn id="376" idx="2"/>
          </p:cNvCxnSpPr>
          <p:nvPr/>
        </p:nvCxnSpPr>
        <p:spPr>
          <a:xfrm rot="16200000" flipH="1">
            <a:off x="3179681" y="6360899"/>
            <a:ext cx="105419" cy="2809938"/>
          </a:xfrm>
          <a:prstGeom prst="bentConnector3">
            <a:avLst>
              <a:gd name="adj1" fmla="val 31684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4" name="连接符: 肘形 383"/>
          <p:cNvCxnSpPr>
            <a:stCxn id="376" idx="1"/>
            <a:endCxn id="363" idx="2"/>
          </p:cNvCxnSpPr>
          <p:nvPr/>
        </p:nvCxnSpPr>
        <p:spPr>
          <a:xfrm rot="10800000">
            <a:off x="3245620" y="7109637"/>
            <a:ext cx="706611" cy="45712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5" name="连接符: 肘形 384"/>
          <p:cNvCxnSpPr>
            <a:stCxn id="400" idx="1"/>
            <a:endCxn id="367" idx="2"/>
          </p:cNvCxnSpPr>
          <p:nvPr/>
        </p:nvCxnSpPr>
        <p:spPr>
          <a:xfrm rot="10800000">
            <a:off x="3281822" y="5574223"/>
            <a:ext cx="667211" cy="29479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连接符: 肘形 385"/>
          <p:cNvCxnSpPr>
            <a:stCxn id="402" idx="1"/>
            <a:endCxn id="368" idx="2"/>
          </p:cNvCxnSpPr>
          <p:nvPr/>
        </p:nvCxnSpPr>
        <p:spPr>
          <a:xfrm rot="10800000">
            <a:off x="3293022" y="4033714"/>
            <a:ext cx="661640" cy="25491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7" name="直接箭头连接符 386"/>
          <p:cNvCxnSpPr>
            <a:stCxn id="368" idx="3"/>
            <a:endCxn id="362" idx="2"/>
          </p:cNvCxnSpPr>
          <p:nvPr/>
        </p:nvCxnSpPr>
        <p:spPr>
          <a:xfrm>
            <a:off x="3713509" y="3844734"/>
            <a:ext cx="836379" cy="359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8" name="直接箭头连接符 387"/>
          <p:cNvCxnSpPr>
            <a:stCxn id="367" idx="3"/>
            <a:endCxn id="392" idx="2"/>
          </p:cNvCxnSpPr>
          <p:nvPr/>
        </p:nvCxnSpPr>
        <p:spPr>
          <a:xfrm>
            <a:off x="3702307" y="5385244"/>
            <a:ext cx="846537" cy="93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9" name="直接箭头连接符 388"/>
          <p:cNvCxnSpPr>
            <a:stCxn id="363" idx="3"/>
            <a:endCxn id="393" idx="2"/>
          </p:cNvCxnSpPr>
          <p:nvPr/>
        </p:nvCxnSpPr>
        <p:spPr>
          <a:xfrm flipV="1">
            <a:off x="3666104" y="6920392"/>
            <a:ext cx="880554" cy="2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0" name="直接箭头连接符 389"/>
          <p:cNvCxnSpPr>
            <a:stCxn id="402" idx="0"/>
            <a:endCxn id="362" idx="4"/>
          </p:cNvCxnSpPr>
          <p:nvPr/>
        </p:nvCxnSpPr>
        <p:spPr>
          <a:xfrm flipH="1" flipV="1">
            <a:off x="4637388" y="3941120"/>
            <a:ext cx="2402" cy="18371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1" name="直接箭头连接符 390"/>
          <p:cNvCxnSpPr>
            <a:stCxn id="362" idx="0"/>
            <a:endCxn id="378" idx="2"/>
          </p:cNvCxnSpPr>
          <p:nvPr/>
        </p:nvCxnSpPr>
        <p:spPr>
          <a:xfrm flipV="1">
            <a:off x="4637388" y="3436438"/>
            <a:ext cx="974" cy="3191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流程图: 或者 391"/>
          <p:cNvSpPr/>
          <p:nvPr/>
        </p:nvSpPr>
        <p:spPr>
          <a:xfrm>
            <a:off x="4548844" y="5301807"/>
            <a:ext cx="175001" cy="185575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sp>
        <p:nvSpPr>
          <p:cNvPr id="393" name="流程图: 或者 392"/>
          <p:cNvSpPr/>
          <p:nvPr/>
        </p:nvSpPr>
        <p:spPr>
          <a:xfrm>
            <a:off x="4546658" y="6827603"/>
            <a:ext cx="175002" cy="185577"/>
          </a:xfrm>
          <a:prstGeom prst="flowChartOr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60"/>
          </a:p>
        </p:txBody>
      </p:sp>
      <p:cxnSp>
        <p:nvCxnSpPr>
          <p:cNvPr id="394" name="直接箭头连接符 393"/>
          <p:cNvCxnSpPr>
            <a:stCxn id="400" idx="0"/>
            <a:endCxn id="392" idx="4"/>
          </p:cNvCxnSpPr>
          <p:nvPr/>
        </p:nvCxnSpPr>
        <p:spPr>
          <a:xfrm flipV="1">
            <a:off x="4634160" y="5487381"/>
            <a:ext cx="2185" cy="21784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5" name="矩形: 圆角 394"/>
          <p:cNvSpPr/>
          <p:nvPr/>
        </p:nvSpPr>
        <p:spPr>
          <a:xfrm>
            <a:off x="1146307" y="4160919"/>
            <a:ext cx="1370256" cy="50363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5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VSS Block *2</a:t>
            </a:r>
            <a:endParaRPr lang="zh-CN" altLang="en-US" sz="145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96" name="矩形: 圆角 395"/>
          <p:cNvSpPr/>
          <p:nvPr/>
        </p:nvSpPr>
        <p:spPr>
          <a:xfrm>
            <a:off x="1148718" y="4669510"/>
            <a:ext cx="1370256" cy="327581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Patch Merging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97" name="矩形: 圆角 396"/>
          <p:cNvSpPr/>
          <p:nvPr/>
        </p:nvSpPr>
        <p:spPr>
          <a:xfrm>
            <a:off x="1146489" y="5727538"/>
            <a:ext cx="1370256" cy="503639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5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VSS Block *2</a:t>
            </a:r>
            <a:endParaRPr lang="zh-CN" altLang="en-US" sz="145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98" name="矩形: 圆角 397"/>
          <p:cNvSpPr/>
          <p:nvPr/>
        </p:nvSpPr>
        <p:spPr>
          <a:xfrm>
            <a:off x="1142762" y="6228975"/>
            <a:ext cx="1370257" cy="32758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Patch Merging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99" name="矩形: 圆角 398"/>
          <p:cNvSpPr/>
          <p:nvPr/>
        </p:nvSpPr>
        <p:spPr>
          <a:xfrm>
            <a:off x="1142292" y="7209521"/>
            <a:ext cx="1370257" cy="50363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5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VSS Block *2</a:t>
            </a:r>
            <a:endParaRPr lang="zh-CN" altLang="en-US" sz="145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00" name="矩形: 圆角 399"/>
          <p:cNvSpPr/>
          <p:nvPr/>
        </p:nvSpPr>
        <p:spPr>
          <a:xfrm>
            <a:off x="3949031" y="5705228"/>
            <a:ext cx="1370256" cy="32758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Patch Expanding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01" name="矩形: 圆角 400"/>
          <p:cNvSpPr/>
          <p:nvPr/>
        </p:nvSpPr>
        <p:spPr>
          <a:xfrm>
            <a:off x="3949754" y="6032809"/>
            <a:ext cx="1370256" cy="50363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6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SLCB</a:t>
            </a:r>
            <a:endParaRPr lang="zh-CN" altLang="en-US" sz="186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02" name="矩形: 圆角 401"/>
          <p:cNvSpPr/>
          <p:nvPr/>
        </p:nvSpPr>
        <p:spPr>
          <a:xfrm>
            <a:off x="3954662" y="4124835"/>
            <a:ext cx="1370256" cy="32758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Patch Expanding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03" name="矩形: 圆角 402"/>
          <p:cNvSpPr/>
          <p:nvPr/>
        </p:nvSpPr>
        <p:spPr>
          <a:xfrm>
            <a:off x="3954633" y="4452411"/>
            <a:ext cx="1370256" cy="50363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6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SLCB</a:t>
            </a:r>
            <a:endParaRPr lang="zh-CN" altLang="en-US" sz="186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404" name="直接箭头连接符 403"/>
          <p:cNvCxnSpPr>
            <a:stCxn id="392" idx="0"/>
            <a:endCxn id="403" idx="2"/>
          </p:cNvCxnSpPr>
          <p:nvPr/>
        </p:nvCxnSpPr>
        <p:spPr>
          <a:xfrm flipV="1">
            <a:off x="4636345" y="4956050"/>
            <a:ext cx="3417" cy="3457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5" name="直接箭头连接符 404"/>
          <p:cNvCxnSpPr>
            <a:stCxn id="393" idx="0"/>
            <a:endCxn id="401" idx="2"/>
          </p:cNvCxnSpPr>
          <p:nvPr/>
        </p:nvCxnSpPr>
        <p:spPr>
          <a:xfrm flipV="1">
            <a:off x="4634160" y="6536448"/>
            <a:ext cx="723" cy="2911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直接箭头连接符 405"/>
          <p:cNvCxnSpPr>
            <a:stCxn id="376" idx="0"/>
            <a:endCxn id="393" idx="4"/>
          </p:cNvCxnSpPr>
          <p:nvPr/>
        </p:nvCxnSpPr>
        <p:spPr>
          <a:xfrm flipH="1" flipV="1">
            <a:off x="4634160" y="7013180"/>
            <a:ext cx="3199" cy="30176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7" name="文本框 406"/>
          <p:cNvSpPr txBox="1"/>
          <p:nvPr/>
        </p:nvSpPr>
        <p:spPr>
          <a:xfrm>
            <a:off x="2289457" y="1191321"/>
            <a:ext cx="1752404" cy="4104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6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(a) </a:t>
            </a:r>
            <a:r>
              <a:rPr lang="en-US" altLang="zh-CN" sz="2065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SLMamba</a:t>
            </a:r>
            <a:endParaRPr lang="zh-CN" altLang="en-US" sz="206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08" name="文本框 407"/>
          <p:cNvSpPr txBox="1"/>
          <p:nvPr/>
        </p:nvSpPr>
        <p:spPr>
          <a:xfrm>
            <a:off x="1400408" y="3509491"/>
            <a:ext cx="409934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55" dirty="0">
                <a:solidFill>
                  <a:schemeClr val="bg1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x1</a:t>
            </a:r>
            <a:endParaRPr lang="zh-CN" altLang="en-US" sz="1655" b="1" dirty="0">
              <a:solidFill>
                <a:schemeClr val="bg1">
                  <a:lumMod val="50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09" name="文本框 408"/>
          <p:cNvSpPr txBox="1"/>
          <p:nvPr/>
        </p:nvSpPr>
        <p:spPr>
          <a:xfrm>
            <a:off x="1375997" y="5053494"/>
            <a:ext cx="409934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55" dirty="0">
                <a:solidFill>
                  <a:schemeClr val="bg1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x2</a:t>
            </a:r>
            <a:endParaRPr lang="zh-CN" altLang="en-US" sz="1655" b="1" dirty="0">
              <a:solidFill>
                <a:schemeClr val="bg1">
                  <a:lumMod val="50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10" name="文本框 409"/>
          <p:cNvSpPr txBox="1"/>
          <p:nvPr/>
        </p:nvSpPr>
        <p:spPr>
          <a:xfrm>
            <a:off x="1432188" y="6643078"/>
            <a:ext cx="409934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55" dirty="0">
                <a:solidFill>
                  <a:schemeClr val="bg1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x3</a:t>
            </a:r>
            <a:endParaRPr lang="zh-CN" altLang="en-US" sz="1655" b="1" dirty="0">
              <a:solidFill>
                <a:schemeClr val="bg1">
                  <a:lumMod val="50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11" name="文本框 410"/>
          <p:cNvSpPr txBox="1"/>
          <p:nvPr/>
        </p:nvSpPr>
        <p:spPr>
          <a:xfrm>
            <a:off x="1399043" y="7713159"/>
            <a:ext cx="409934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55" dirty="0">
                <a:solidFill>
                  <a:schemeClr val="bg1">
                    <a:lumMod val="50000"/>
                  </a:schemeClr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x4</a:t>
            </a:r>
            <a:endParaRPr lang="zh-CN" altLang="en-US" sz="1655" b="1" dirty="0">
              <a:solidFill>
                <a:schemeClr val="bg1">
                  <a:lumMod val="50000"/>
                </a:schemeClr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2" name="文本框 411"/>
              <p:cNvSpPr txBox="1"/>
              <p:nvPr/>
            </p:nvSpPr>
            <p:spPr>
              <a:xfrm>
                <a:off x="2659470" y="2331595"/>
                <a:ext cx="1107948" cy="4681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zh-CN" sz="1655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1655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altLang="zh-CN" sz="1655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sz="1655" dirty="0">
                    <a:solidFill>
                      <a:schemeClr val="bg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55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sz="1655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C</a:t>
                </a:r>
                <a:endParaRPr lang="zh-CN" altLang="en-US" sz="1655" dirty="0">
                  <a:solidFill>
                    <a:schemeClr val="bg1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412" name="文本框 4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470" y="2331595"/>
                <a:ext cx="1107948" cy="468173"/>
              </a:xfrm>
              <a:prstGeom prst="rect">
                <a:avLst/>
              </a:prstGeom>
              <a:blipFill rotWithShape="1">
                <a:blip r:embed="rId1"/>
                <a:stretch>
                  <a:fillRect l="-8" t="-109" r="5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3" name="矩形: 圆角 412"/>
          <p:cNvSpPr/>
          <p:nvPr/>
        </p:nvSpPr>
        <p:spPr>
          <a:xfrm>
            <a:off x="3957509" y="2604867"/>
            <a:ext cx="1370256" cy="32758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Patch Expanding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4" name="文本框 413"/>
              <p:cNvSpPr txBox="1"/>
              <p:nvPr/>
            </p:nvSpPr>
            <p:spPr>
              <a:xfrm>
                <a:off x="2638125" y="3212987"/>
                <a:ext cx="1217395" cy="4699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zh-CN" sz="1655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sz="1655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altLang="zh-CN" sz="1655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altLang="zh-CN" sz="1655" dirty="0">
                    <a:solidFill>
                      <a:schemeClr val="bg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55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sz="1655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2C</a:t>
                </a:r>
                <a:endParaRPr lang="zh-CN" altLang="en-US" sz="1655" dirty="0">
                  <a:solidFill>
                    <a:schemeClr val="bg1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414" name="文本框 4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8125" y="3212987"/>
                <a:ext cx="1217395" cy="469965"/>
              </a:xfrm>
              <a:prstGeom prst="rect">
                <a:avLst/>
              </a:prstGeom>
              <a:blipFill rotWithShape="1">
                <a:blip r:embed="rId2"/>
                <a:stretch>
                  <a:fillRect l="-28" t="-111" r="36" b="1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5" name="文本框 414"/>
              <p:cNvSpPr txBox="1"/>
              <p:nvPr/>
            </p:nvSpPr>
            <p:spPr>
              <a:xfrm>
                <a:off x="2614324" y="4743736"/>
                <a:ext cx="1328436" cy="469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zh-CN" sz="1655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a:rPr lang="en-US" altLang="zh-CN" sz="1655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altLang="zh-CN" sz="1655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lang="en-US" altLang="zh-CN" sz="1655" dirty="0">
                    <a:solidFill>
                      <a:schemeClr val="bg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55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 </m:t>
                    </m:r>
                  </m:oMath>
                </a14:m>
                <a:r>
                  <a:rPr lang="en-US" altLang="zh-CN" sz="1655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4C</a:t>
                </a:r>
                <a:endParaRPr lang="zh-CN" altLang="en-US" sz="1655" dirty="0">
                  <a:solidFill>
                    <a:schemeClr val="bg1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415" name="文本框 4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4324" y="4743736"/>
                <a:ext cx="1328436" cy="469831"/>
              </a:xfrm>
              <a:prstGeom prst="rect">
                <a:avLst/>
              </a:prstGeom>
              <a:blipFill rotWithShape="1">
                <a:blip r:embed="rId3"/>
                <a:stretch>
                  <a:fillRect l="-2" t="-61" r="3" b="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6" name="文本框 415"/>
              <p:cNvSpPr txBox="1"/>
              <p:nvPr/>
            </p:nvSpPr>
            <p:spPr>
              <a:xfrm>
                <a:off x="2617910" y="6286760"/>
                <a:ext cx="1340773" cy="469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altLang="zh-CN" sz="1655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  <m:r>
                      <a:rPr lang="en-US" altLang="zh-CN" sz="1655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55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num>
                      <m:den>
                        <m:r>
                          <a:rPr lang="en-US" altLang="zh-CN" sz="1655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32</m:t>
                        </m:r>
                      </m:den>
                    </m:f>
                  </m:oMath>
                </a14:m>
                <a:r>
                  <a:rPr lang="en-US" altLang="zh-CN" sz="1655" dirty="0">
                    <a:solidFill>
                      <a:schemeClr val="bg1">
                        <a:lumMod val="5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55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1655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lang="en-US" altLang="zh-CN" sz="1655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C</a:t>
                </a:r>
                <a:endParaRPr lang="zh-CN" altLang="en-US" sz="1655" dirty="0">
                  <a:solidFill>
                    <a:schemeClr val="bg1">
                      <a:lumMod val="50000"/>
                    </a:schemeClr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p:txBody>
          </p:sp>
        </mc:Choice>
        <mc:Fallback>
          <p:sp>
            <p:nvSpPr>
              <p:cNvPr id="416" name="文本框 4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7910" y="6286760"/>
                <a:ext cx="1340773" cy="469499"/>
              </a:xfrm>
              <a:prstGeom prst="rect">
                <a:avLst/>
              </a:prstGeom>
              <a:blipFill rotWithShape="1">
                <a:blip r:embed="rId4"/>
                <a:stretch>
                  <a:fillRect l="-33" t="-55" r="7" b="1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9" name="文本框 418"/>
          <p:cNvSpPr txBox="1"/>
          <p:nvPr/>
        </p:nvSpPr>
        <p:spPr>
          <a:xfrm>
            <a:off x="14384790" y="7916040"/>
            <a:ext cx="2792918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C: Number of input channels</a:t>
            </a:r>
            <a:endParaRPr lang="zh-CN" altLang="en-US" sz="165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8" name="矩形: 圆角 227"/>
          <p:cNvSpPr/>
          <p:nvPr/>
        </p:nvSpPr>
        <p:spPr>
          <a:xfrm>
            <a:off x="15282687" y="4995931"/>
            <a:ext cx="1059574" cy="243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DWC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9" name="矩形: 圆角 228"/>
          <p:cNvSpPr/>
          <p:nvPr/>
        </p:nvSpPr>
        <p:spPr>
          <a:xfrm>
            <a:off x="15282687" y="5240170"/>
            <a:ext cx="1059574" cy="243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GeLU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35" name="矩形: 圆角 234"/>
          <p:cNvSpPr/>
          <p:nvPr/>
        </p:nvSpPr>
        <p:spPr>
          <a:xfrm>
            <a:off x="15282687" y="5487734"/>
            <a:ext cx="1059574" cy="24391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40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Full Connect</a:t>
            </a:r>
            <a:endParaRPr lang="zh-CN" altLang="en-US" sz="1240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252" name="连接符: 肘形 251"/>
          <p:cNvCxnSpPr>
            <a:stCxn id="270" idx="0"/>
            <a:endCxn id="280" idx="2"/>
          </p:cNvCxnSpPr>
          <p:nvPr/>
        </p:nvCxnSpPr>
        <p:spPr>
          <a:xfrm rot="16200000" flipH="1" flipV="1">
            <a:off x="15132662" y="5305844"/>
            <a:ext cx="1234058" cy="125566"/>
          </a:xfrm>
          <a:prstGeom prst="bentConnector4">
            <a:avLst>
              <a:gd name="adj1" fmla="val -9262"/>
              <a:gd name="adj2" fmla="val 78982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箭头连接符 253"/>
          <p:cNvCxnSpPr>
            <a:stCxn id="269" idx="2"/>
            <a:endCxn id="270" idx="0"/>
          </p:cNvCxnSpPr>
          <p:nvPr/>
        </p:nvCxnSpPr>
        <p:spPr>
          <a:xfrm>
            <a:off x="15812474" y="4549098"/>
            <a:ext cx="0" cy="2025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箭头连接符 262"/>
          <p:cNvCxnSpPr>
            <a:stCxn id="235" idx="2"/>
            <a:endCxn id="280" idx="0"/>
          </p:cNvCxnSpPr>
          <p:nvPr/>
        </p:nvCxnSpPr>
        <p:spPr>
          <a:xfrm>
            <a:off x="15812464" y="5731653"/>
            <a:ext cx="0" cy="1290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文本框 220"/>
          <p:cNvSpPr txBox="1"/>
          <p:nvPr/>
        </p:nvSpPr>
        <p:spPr>
          <a:xfrm>
            <a:off x="17254574" y="5413266"/>
            <a:ext cx="928983" cy="3588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655" dirty="0">
                <a:latin typeface="Times New Roman" panose="02020503050405090304" pitchFamily="18" charset="0"/>
                <a:cs typeface="Times New Roman" panose="02020503050405090304" pitchFamily="18" charset="0"/>
              </a:rPr>
              <a:t>(k) </a:t>
            </a:r>
            <a:r>
              <a:rPr lang="en-US" altLang="zh-CN" sz="1655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FFN</a:t>
            </a:r>
            <a:endParaRPr lang="zh-CN" altLang="en-US" sz="1655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cxnSp>
        <p:nvCxnSpPr>
          <p:cNvPr id="306" name="连接符: 肘形 305"/>
          <p:cNvCxnSpPr>
            <a:stCxn id="144" idx="2"/>
            <a:endCxn id="145" idx="0"/>
          </p:cNvCxnSpPr>
          <p:nvPr/>
        </p:nvCxnSpPr>
        <p:spPr>
          <a:xfrm rot="5400000">
            <a:off x="6846888" y="1118625"/>
            <a:ext cx="281395" cy="704438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连接符: 肘形 310"/>
          <p:cNvCxnSpPr>
            <a:stCxn id="144" idx="2"/>
            <a:endCxn id="151" idx="0"/>
          </p:cNvCxnSpPr>
          <p:nvPr/>
        </p:nvCxnSpPr>
        <p:spPr>
          <a:xfrm rot="16200000" flipH="1">
            <a:off x="7395601" y="1274350"/>
            <a:ext cx="666251" cy="777845"/>
          </a:xfrm>
          <a:prstGeom prst="bentConnector3">
            <a:avLst>
              <a:gd name="adj1" fmla="val 2112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连接符: 肘形 312"/>
          <p:cNvCxnSpPr>
            <a:stCxn id="152" idx="2"/>
            <a:endCxn id="150" idx="6"/>
          </p:cNvCxnSpPr>
          <p:nvPr/>
        </p:nvCxnSpPr>
        <p:spPr>
          <a:xfrm rot="5400000">
            <a:off x="7485122" y="2457254"/>
            <a:ext cx="603934" cy="6611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连接符: 肘形 313"/>
          <p:cNvCxnSpPr>
            <a:stCxn id="149" idx="2"/>
            <a:endCxn id="150" idx="2"/>
          </p:cNvCxnSpPr>
          <p:nvPr/>
        </p:nvCxnSpPr>
        <p:spPr>
          <a:xfrm rot="16200000" flipH="1">
            <a:off x="6786712" y="2679154"/>
            <a:ext cx="259279" cy="56197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324"/>
          <p:cNvCxnSpPr>
            <a:stCxn id="59" idx="4"/>
            <a:endCxn id="102" idx="0"/>
          </p:cNvCxnSpPr>
          <p:nvPr/>
        </p:nvCxnSpPr>
        <p:spPr>
          <a:xfrm flipH="1">
            <a:off x="7536276" y="6315614"/>
            <a:ext cx="358" cy="1688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直接箭头连接符 329"/>
          <p:cNvCxnSpPr>
            <a:endCxn id="144" idx="0"/>
          </p:cNvCxnSpPr>
          <p:nvPr/>
        </p:nvCxnSpPr>
        <p:spPr>
          <a:xfrm>
            <a:off x="7339803" y="889365"/>
            <a:ext cx="0" cy="1968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连接符: 肘形 332"/>
          <p:cNvCxnSpPr>
            <a:stCxn id="144" idx="0"/>
            <a:endCxn id="179" idx="6"/>
          </p:cNvCxnSpPr>
          <p:nvPr/>
        </p:nvCxnSpPr>
        <p:spPr>
          <a:xfrm rot="16200000" flipH="1">
            <a:off x="6027027" y="2399004"/>
            <a:ext cx="2738244" cy="112693"/>
          </a:xfrm>
          <a:prstGeom prst="bentConnector4">
            <a:avLst>
              <a:gd name="adj1" fmla="val -4563"/>
              <a:gd name="adj2" fmla="val 124636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连接符: 肘形 340"/>
          <p:cNvCxnSpPr>
            <a:stCxn id="74" idx="0"/>
            <a:endCxn id="77" idx="2"/>
          </p:cNvCxnSpPr>
          <p:nvPr/>
        </p:nvCxnSpPr>
        <p:spPr>
          <a:xfrm rot="16200000" flipH="1">
            <a:off x="5978579" y="6236397"/>
            <a:ext cx="1968791" cy="887409"/>
          </a:xfrm>
          <a:prstGeom prst="bentConnector4">
            <a:avLst>
              <a:gd name="adj1" fmla="val -11611"/>
              <a:gd name="adj2" fmla="val -55192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箭头连接符 342"/>
          <p:cNvCxnSpPr>
            <a:stCxn id="62" idx="2"/>
            <a:endCxn id="77" idx="0"/>
          </p:cNvCxnSpPr>
          <p:nvPr/>
        </p:nvCxnSpPr>
        <p:spPr>
          <a:xfrm>
            <a:off x="7536276" y="7419612"/>
            <a:ext cx="0" cy="1219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箭头连接符 345"/>
          <p:cNvCxnSpPr>
            <a:stCxn id="77" idx="4"/>
          </p:cNvCxnSpPr>
          <p:nvPr/>
        </p:nvCxnSpPr>
        <p:spPr>
          <a:xfrm>
            <a:off x="7536276" y="7787464"/>
            <a:ext cx="0" cy="33515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3" name="连接符: 肘形 352"/>
          <p:cNvCxnSpPr>
            <a:stCxn id="74" idx="0"/>
            <a:endCxn id="56" idx="0"/>
          </p:cNvCxnSpPr>
          <p:nvPr/>
        </p:nvCxnSpPr>
        <p:spPr>
          <a:xfrm rot="5400000" flipH="1" flipV="1">
            <a:off x="6873381" y="5337314"/>
            <a:ext cx="4280" cy="712502"/>
          </a:xfrm>
          <a:prstGeom prst="bentConnector3">
            <a:avLst>
              <a:gd name="adj1" fmla="val 5352103"/>
            </a:avLst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直接箭头连接符 356"/>
          <p:cNvCxnSpPr>
            <a:endCxn id="74" idx="0"/>
          </p:cNvCxnSpPr>
          <p:nvPr/>
        </p:nvCxnSpPr>
        <p:spPr>
          <a:xfrm>
            <a:off x="6519270" y="5268279"/>
            <a:ext cx="0" cy="427427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>
            <a:stCxn id="121" idx="2"/>
            <a:endCxn id="327" idx="0"/>
          </p:cNvCxnSpPr>
          <p:nvPr/>
        </p:nvCxnSpPr>
        <p:spPr>
          <a:xfrm flipH="1">
            <a:off x="11253778" y="6612448"/>
            <a:ext cx="3" cy="1618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5"/>
          <p:cNvCxnSpPr>
            <a:stCxn id="327" idx="4"/>
            <a:endCxn id="302" idx="0"/>
          </p:cNvCxnSpPr>
          <p:nvPr/>
        </p:nvCxnSpPr>
        <p:spPr>
          <a:xfrm>
            <a:off x="11253778" y="7024258"/>
            <a:ext cx="1455" cy="1240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>
            <a:stCxn id="302" idx="2"/>
            <a:endCxn id="131" idx="0"/>
          </p:cNvCxnSpPr>
          <p:nvPr/>
        </p:nvCxnSpPr>
        <p:spPr>
          <a:xfrm>
            <a:off x="11255233" y="7382905"/>
            <a:ext cx="1" cy="14432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>
            <a:stCxn id="131" idx="2"/>
            <a:endCxn id="132" idx="0"/>
          </p:cNvCxnSpPr>
          <p:nvPr/>
        </p:nvCxnSpPr>
        <p:spPr>
          <a:xfrm>
            <a:off x="11255233" y="7761823"/>
            <a:ext cx="1594" cy="26817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32" idx="4"/>
          </p:cNvCxnSpPr>
          <p:nvPr/>
        </p:nvCxnSpPr>
        <p:spPr>
          <a:xfrm>
            <a:off x="11256827" y="8279906"/>
            <a:ext cx="0" cy="1497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/>
          <p:cNvCxnSpPr>
            <a:stCxn id="105" idx="2"/>
            <a:endCxn id="108" idx="2"/>
          </p:cNvCxnSpPr>
          <p:nvPr/>
        </p:nvCxnSpPr>
        <p:spPr>
          <a:xfrm rot="16200000" flipH="1">
            <a:off x="10844790" y="3295955"/>
            <a:ext cx="147377" cy="42083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26"/>
          <p:cNvCxnSpPr>
            <a:stCxn id="106" idx="2"/>
            <a:endCxn id="108" idx="6"/>
          </p:cNvCxnSpPr>
          <p:nvPr/>
        </p:nvCxnSpPr>
        <p:spPr>
          <a:xfrm rot="5400000">
            <a:off x="11523817" y="3293641"/>
            <a:ext cx="150695" cy="42214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/>
          <p:cNvCxnSpPr>
            <a:stCxn id="89" idx="2"/>
            <a:endCxn id="92" idx="6"/>
          </p:cNvCxnSpPr>
          <p:nvPr/>
        </p:nvCxnSpPr>
        <p:spPr>
          <a:xfrm rot="5400000">
            <a:off x="11499734" y="1725217"/>
            <a:ext cx="233240" cy="42798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/>
          <p:cNvCxnSpPr>
            <a:stCxn id="85" idx="2"/>
            <a:endCxn id="92" idx="2"/>
          </p:cNvCxnSpPr>
          <p:nvPr/>
        </p:nvCxnSpPr>
        <p:spPr>
          <a:xfrm rot="16200000" flipH="1">
            <a:off x="10823526" y="1728113"/>
            <a:ext cx="228519" cy="42691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92" idx="4"/>
            <a:endCxn id="90" idx="0"/>
          </p:cNvCxnSpPr>
          <p:nvPr/>
        </p:nvCxnSpPr>
        <p:spPr>
          <a:xfrm>
            <a:off x="11276801" y="2180784"/>
            <a:ext cx="306" cy="1229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90" idx="2"/>
            <a:endCxn id="91" idx="0"/>
          </p:cNvCxnSpPr>
          <p:nvPr/>
        </p:nvCxnSpPr>
        <p:spPr>
          <a:xfrm flipH="1">
            <a:off x="11276633" y="2538330"/>
            <a:ext cx="474" cy="1191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连接符: 肘形 51"/>
          <p:cNvCxnSpPr>
            <a:stCxn id="82" idx="0"/>
            <a:endCxn id="86" idx="0"/>
          </p:cNvCxnSpPr>
          <p:nvPr/>
        </p:nvCxnSpPr>
        <p:spPr>
          <a:xfrm rot="5400000" flipH="1" flipV="1">
            <a:off x="11274992" y="328332"/>
            <a:ext cx="4719" cy="1106018"/>
          </a:xfrm>
          <a:prstGeom prst="bentConnector3">
            <a:avLst>
              <a:gd name="adj1" fmla="val 4414367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连接符: 肘形 66"/>
          <p:cNvCxnSpPr>
            <a:stCxn id="105" idx="0"/>
            <a:endCxn id="106" idx="0"/>
          </p:cNvCxnSpPr>
          <p:nvPr/>
        </p:nvCxnSpPr>
        <p:spPr>
          <a:xfrm rot="5400000" flipH="1" flipV="1">
            <a:off x="11257489" y="2645346"/>
            <a:ext cx="3318" cy="1102176"/>
          </a:xfrm>
          <a:prstGeom prst="bentConnector3">
            <a:avLst>
              <a:gd name="adj1" fmla="val 4262538"/>
            </a:avLst>
          </a:prstGeom>
          <a:ln w="190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连接符 119"/>
          <p:cNvCxnSpPr>
            <a:stCxn id="91" idx="4"/>
          </p:cNvCxnSpPr>
          <p:nvPr/>
        </p:nvCxnSpPr>
        <p:spPr>
          <a:xfrm>
            <a:off x="11276634" y="2903450"/>
            <a:ext cx="167" cy="16317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125"/>
          <p:cNvCxnSpPr>
            <a:endCxn id="203" idx="0"/>
          </p:cNvCxnSpPr>
          <p:nvPr/>
        </p:nvCxnSpPr>
        <p:spPr>
          <a:xfrm>
            <a:off x="15811101" y="474309"/>
            <a:ext cx="0" cy="18804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箭头连接符 132"/>
          <p:cNvCxnSpPr>
            <a:stCxn id="203" idx="2"/>
            <a:endCxn id="206" idx="0"/>
          </p:cNvCxnSpPr>
          <p:nvPr/>
        </p:nvCxnSpPr>
        <p:spPr>
          <a:xfrm>
            <a:off x="15811101" y="906274"/>
            <a:ext cx="0" cy="24507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/>
          <p:cNvCxnSpPr>
            <a:stCxn id="205" idx="2"/>
            <a:endCxn id="210" idx="0"/>
          </p:cNvCxnSpPr>
          <p:nvPr/>
        </p:nvCxnSpPr>
        <p:spPr>
          <a:xfrm>
            <a:off x="15810466" y="1641996"/>
            <a:ext cx="0" cy="3409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连接符: 肘形 10"/>
          <p:cNvCxnSpPr>
            <a:endCxn id="132" idx="2"/>
          </p:cNvCxnSpPr>
          <p:nvPr/>
        </p:nvCxnSpPr>
        <p:spPr>
          <a:xfrm rot="5400000">
            <a:off x="7466968" y="4344878"/>
            <a:ext cx="7474371" cy="145772"/>
          </a:xfrm>
          <a:prstGeom prst="bentConnector4">
            <a:avLst>
              <a:gd name="adj1" fmla="val -98"/>
              <a:gd name="adj2" fmla="val 111933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连接符: 肘形 4"/>
          <p:cNvCxnSpPr>
            <a:stCxn id="328" idx="2"/>
            <a:endCxn id="327" idx="2"/>
          </p:cNvCxnSpPr>
          <p:nvPr/>
        </p:nvCxnSpPr>
        <p:spPr>
          <a:xfrm rot="16200000" flipH="1">
            <a:off x="10517613" y="6288699"/>
            <a:ext cx="286694" cy="93451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连接符: 肘形 7"/>
          <p:cNvCxnSpPr>
            <a:stCxn id="124" idx="2"/>
            <a:endCxn id="327" idx="6"/>
          </p:cNvCxnSpPr>
          <p:nvPr/>
        </p:nvCxnSpPr>
        <p:spPr>
          <a:xfrm rot="5400000">
            <a:off x="11702264" y="6290530"/>
            <a:ext cx="285847" cy="93169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连接符: 肘形 2"/>
          <p:cNvCxnSpPr>
            <a:stCxn id="205" idx="2"/>
            <a:endCxn id="214" idx="2"/>
          </p:cNvCxnSpPr>
          <p:nvPr/>
        </p:nvCxnSpPr>
        <p:spPr>
          <a:xfrm rot="5400000">
            <a:off x="14946635" y="2375635"/>
            <a:ext cx="1597473" cy="130192"/>
          </a:xfrm>
          <a:prstGeom prst="bentConnector4">
            <a:avLst>
              <a:gd name="adj1" fmla="val 12562"/>
              <a:gd name="adj2" fmla="val 5531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/>
          <p:cNvCxnSpPr>
            <a:stCxn id="203" idx="0"/>
            <a:endCxn id="253" idx="2"/>
          </p:cNvCxnSpPr>
          <p:nvPr/>
        </p:nvCxnSpPr>
        <p:spPr>
          <a:xfrm rot="16200000" flipH="1" flipV="1">
            <a:off x="14049985" y="2295761"/>
            <a:ext cx="3394525" cy="127708"/>
          </a:xfrm>
          <a:prstGeom prst="bentConnector4">
            <a:avLst>
              <a:gd name="adj1" fmla="val -3682"/>
              <a:gd name="adj2" fmla="val 79149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连接符: 肘形 116"/>
          <p:cNvCxnSpPr>
            <a:stCxn id="86" idx="0"/>
            <a:endCxn id="91" idx="2"/>
          </p:cNvCxnSpPr>
          <p:nvPr/>
        </p:nvCxnSpPr>
        <p:spPr>
          <a:xfrm rot="16200000" flipH="1" flipV="1">
            <a:off x="10537190" y="1487805"/>
            <a:ext cx="1901825" cy="683260"/>
          </a:xfrm>
          <a:prstGeom prst="bentConnector4">
            <a:avLst>
              <a:gd name="adj1" fmla="val -10701"/>
              <a:gd name="adj2" fmla="val 250418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主题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937</Words>
  <Application>WPS 演示</Application>
  <PresentationFormat>自定义</PresentationFormat>
  <Paragraphs>216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9" baseType="lpstr">
      <vt:lpstr>Arial</vt:lpstr>
      <vt:lpstr>宋体</vt:lpstr>
      <vt:lpstr>Wingdings</vt:lpstr>
      <vt:lpstr>Times New Roman</vt:lpstr>
      <vt:lpstr>Cambria Math</vt:lpstr>
      <vt:lpstr>Kingsoft Math</vt:lpstr>
      <vt:lpstr>Calibri</vt:lpstr>
      <vt:lpstr>Helvetica Neue</vt:lpstr>
      <vt:lpstr>等线</vt:lpstr>
      <vt:lpstr>汉仪中等线KW</vt:lpstr>
      <vt:lpstr>微软雅黑</vt:lpstr>
      <vt:lpstr>汉仪旗黑</vt:lpstr>
      <vt:lpstr>Calibri Light</vt:lpstr>
      <vt:lpstr>等线 Light</vt:lpstr>
      <vt:lpstr>汉仪书宋二KW</vt:lpstr>
      <vt:lpstr>宋体</vt:lpstr>
      <vt:lpstr>Arial Unicode MS</vt:lpstr>
      <vt:lpstr>Office 2013 - 2022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纯</dc:creator>
  <cp:lastModifiedBy>PureFuries</cp:lastModifiedBy>
  <cp:revision>405</cp:revision>
  <dcterms:created xsi:type="dcterms:W3CDTF">2026-05-12T01:12:40Z</dcterms:created>
  <dcterms:modified xsi:type="dcterms:W3CDTF">2026-05-12T01:12:40Z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5C9CD6CBC39FB3A67A7E026A14B5BD85_42</vt:lpwstr>
  </property>
</Properties>
</file>