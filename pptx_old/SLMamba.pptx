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2" r:id="rId1"/>
  </p:sldMasterIdLst>
  <p:notesMasterIdLst>
    <p:notesMasterId r:id="rId3"/>
  </p:notesMasterIdLst>
  <p:sldIdLst>
    <p:sldId id="267" r:id="rId2"/>
  </p:sldIdLst>
  <p:sldSz cx="19199225" cy="89995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王 纯" initials="王" lastIdx="1" clrIdx="0">
    <p:extLst>
      <p:ext uri="{19B8F6BF-5375-455C-9EA6-DF929625EA0E}">
        <p15:presenceInfo xmlns:p15="http://schemas.microsoft.com/office/powerpoint/2012/main" userId="7e7fc5f9d8cde56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FFFFFF"/>
    <a:srgbClr val="218821"/>
    <a:srgbClr val="FF8C00"/>
    <a:srgbClr val="FE0000"/>
    <a:srgbClr val="790079"/>
    <a:srgbClr val="0000FD"/>
    <a:srgbClr val="FD00FD"/>
    <a:srgbClr val="00FFFF"/>
    <a:srgbClr val="E2F0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00" autoAdjust="0"/>
    <p:restoredTop sz="94929" autoAdjust="0"/>
  </p:normalViewPr>
  <p:slideViewPr>
    <p:cSldViewPr snapToGrid="0">
      <p:cViewPr varScale="1">
        <p:scale>
          <a:sx n="50" d="100"/>
          <a:sy n="50" d="100"/>
        </p:scale>
        <p:origin x="78" y="13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430BDA-A533-4A3C-B8FC-8C24D08F8B22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8113" y="1143000"/>
            <a:ext cx="6581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76D52C-0437-4C77-A47E-41F2C938B0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05164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827802" rtl="0" eaLnBrk="1" latinLnBrk="0" hangingPunct="1">
      <a:defRPr sz="2399" kern="1200">
        <a:solidFill>
          <a:schemeClr val="tx1"/>
        </a:solidFill>
        <a:latin typeface="+mn-lt"/>
        <a:ea typeface="+mn-ea"/>
        <a:cs typeface="+mn-cs"/>
      </a:defRPr>
    </a:lvl1pPr>
    <a:lvl2pPr marL="913902" algn="l" defTabSz="1827802" rtl="0" eaLnBrk="1" latinLnBrk="0" hangingPunct="1">
      <a:defRPr sz="2399" kern="1200">
        <a:solidFill>
          <a:schemeClr val="tx1"/>
        </a:solidFill>
        <a:latin typeface="+mn-lt"/>
        <a:ea typeface="+mn-ea"/>
        <a:cs typeface="+mn-cs"/>
      </a:defRPr>
    </a:lvl2pPr>
    <a:lvl3pPr marL="1827802" algn="l" defTabSz="1827802" rtl="0" eaLnBrk="1" latinLnBrk="0" hangingPunct="1">
      <a:defRPr sz="2399" kern="1200">
        <a:solidFill>
          <a:schemeClr val="tx1"/>
        </a:solidFill>
        <a:latin typeface="+mn-lt"/>
        <a:ea typeface="+mn-ea"/>
        <a:cs typeface="+mn-cs"/>
      </a:defRPr>
    </a:lvl3pPr>
    <a:lvl4pPr marL="2741703" algn="l" defTabSz="1827802" rtl="0" eaLnBrk="1" latinLnBrk="0" hangingPunct="1">
      <a:defRPr sz="2399" kern="1200">
        <a:solidFill>
          <a:schemeClr val="tx1"/>
        </a:solidFill>
        <a:latin typeface="+mn-lt"/>
        <a:ea typeface="+mn-ea"/>
        <a:cs typeface="+mn-cs"/>
      </a:defRPr>
    </a:lvl4pPr>
    <a:lvl5pPr marL="3655604" algn="l" defTabSz="1827802" rtl="0" eaLnBrk="1" latinLnBrk="0" hangingPunct="1">
      <a:defRPr sz="2399" kern="1200">
        <a:solidFill>
          <a:schemeClr val="tx1"/>
        </a:solidFill>
        <a:latin typeface="+mn-lt"/>
        <a:ea typeface="+mn-ea"/>
        <a:cs typeface="+mn-cs"/>
      </a:defRPr>
    </a:lvl5pPr>
    <a:lvl6pPr marL="4569505" algn="l" defTabSz="1827802" rtl="0" eaLnBrk="1" latinLnBrk="0" hangingPunct="1">
      <a:defRPr sz="2399" kern="1200">
        <a:solidFill>
          <a:schemeClr val="tx1"/>
        </a:solidFill>
        <a:latin typeface="+mn-lt"/>
        <a:ea typeface="+mn-ea"/>
        <a:cs typeface="+mn-cs"/>
      </a:defRPr>
    </a:lvl6pPr>
    <a:lvl7pPr marL="5483406" algn="l" defTabSz="1827802" rtl="0" eaLnBrk="1" latinLnBrk="0" hangingPunct="1">
      <a:defRPr sz="2399" kern="1200">
        <a:solidFill>
          <a:schemeClr val="tx1"/>
        </a:solidFill>
        <a:latin typeface="+mn-lt"/>
        <a:ea typeface="+mn-ea"/>
        <a:cs typeface="+mn-cs"/>
      </a:defRPr>
    </a:lvl7pPr>
    <a:lvl8pPr marL="6397307" algn="l" defTabSz="1827802" rtl="0" eaLnBrk="1" latinLnBrk="0" hangingPunct="1">
      <a:defRPr sz="2399" kern="1200">
        <a:solidFill>
          <a:schemeClr val="tx1"/>
        </a:solidFill>
        <a:latin typeface="+mn-lt"/>
        <a:ea typeface="+mn-ea"/>
        <a:cs typeface="+mn-cs"/>
      </a:defRPr>
    </a:lvl8pPr>
    <a:lvl9pPr marL="7311208" algn="l" defTabSz="1827802" rtl="0" eaLnBrk="1" latinLnBrk="0" hangingPunct="1">
      <a:defRPr sz="239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38113" y="1143000"/>
            <a:ext cx="6581775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76D52C-0437-4C77-A47E-41F2C938B078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4873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99903" y="1472842"/>
            <a:ext cx="14399419" cy="3133172"/>
          </a:xfrm>
        </p:spPr>
        <p:txBody>
          <a:bodyPr anchor="b"/>
          <a:lstStyle>
            <a:lvl1pPr algn="ctr">
              <a:defRPr sz="787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99903" y="4726842"/>
            <a:ext cx="14399419" cy="2172804"/>
          </a:xfrm>
        </p:spPr>
        <p:txBody>
          <a:bodyPr/>
          <a:lstStyle>
            <a:lvl1pPr marL="0" indent="0" algn="ctr">
              <a:buNone/>
              <a:defRPr sz="3150"/>
            </a:lvl1pPr>
            <a:lvl2pPr marL="599984" indent="0" algn="ctr">
              <a:buNone/>
              <a:defRPr sz="2625"/>
            </a:lvl2pPr>
            <a:lvl3pPr marL="1199967" indent="0" algn="ctr">
              <a:buNone/>
              <a:defRPr sz="2362"/>
            </a:lvl3pPr>
            <a:lvl4pPr marL="1799951" indent="0" algn="ctr">
              <a:buNone/>
              <a:defRPr sz="2100"/>
            </a:lvl4pPr>
            <a:lvl5pPr marL="2399934" indent="0" algn="ctr">
              <a:buNone/>
              <a:defRPr sz="2100"/>
            </a:lvl5pPr>
            <a:lvl6pPr marL="2999918" indent="0" algn="ctr">
              <a:buNone/>
              <a:defRPr sz="2100"/>
            </a:lvl6pPr>
            <a:lvl7pPr marL="3599901" indent="0" algn="ctr">
              <a:buNone/>
              <a:defRPr sz="2100"/>
            </a:lvl7pPr>
            <a:lvl8pPr marL="4199885" indent="0" algn="ctr">
              <a:buNone/>
              <a:defRPr sz="2100"/>
            </a:lvl8pPr>
            <a:lvl9pPr marL="4799868" indent="0" algn="ctr">
              <a:buNone/>
              <a:defRPr sz="21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A9E0F-CAF8-49C6-93F3-C610F83BCB2B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E7579-7958-4A17-BB40-18AB140F33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6675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A9E0F-CAF8-49C6-93F3-C610F83BCB2B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E7579-7958-4A17-BB40-18AB140F33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11680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9947" y="2243636"/>
            <a:ext cx="16559332" cy="3743557"/>
          </a:xfrm>
        </p:spPr>
        <p:txBody>
          <a:bodyPr anchor="b"/>
          <a:lstStyle>
            <a:lvl1pPr>
              <a:defRPr sz="787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9947" y="6022609"/>
            <a:ext cx="16559332" cy="1968648"/>
          </a:xfrm>
        </p:spPr>
        <p:txBody>
          <a:bodyPr/>
          <a:lstStyle>
            <a:lvl1pPr marL="0" indent="0">
              <a:buNone/>
              <a:defRPr sz="3150">
                <a:solidFill>
                  <a:schemeClr val="tx1">
                    <a:tint val="75000"/>
                  </a:schemeClr>
                </a:solidFill>
              </a:defRPr>
            </a:lvl1pPr>
            <a:lvl2pPr marL="599984" indent="0">
              <a:buNone/>
              <a:defRPr sz="2625">
                <a:solidFill>
                  <a:schemeClr val="tx1">
                    <a:tint val="75000"/>
                  </a:schemeClr>
                </a:solidFill>
              </a:defRPr>
            </a:lvl2pPr>
            <a:lvl3pPr marL="1199967" indent="0">
              <a:buNone/>
              <a:defRPr sz="2362">
                <a:solidFill>
                  <a:schemeClr val="tx1">
                    <a:tint val="75000"/>
                  </a:schemeClr>
                </a:solidFill>
              </a:defRPr>
            </a:lvl3pPr>
            <a:lvl4pPr marL="1799951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4pPr>
            <a:lvl5pPr marL="2399934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5pPr>
            <a:lvl6pPr marL="2999918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6pPr>
            <a:lvl7pPr marL="3599901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7pPr>
            <a:lvl8pPr marL="4199885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8pPr>
            <a:lvl9pPr marL="4799868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A9E0F-CAF8-49C6-93F3-C610F83BCB2B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E7579-7958-4A17-BB40-18AB140F33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198247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19947" y="2395710"/>
            <a:ext cx="8159671" cy="571012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719607" y="2395710"/>
            <a:ext cx="8159671" cy="571012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A9E0F-CAF8-49C6-93F3-C610F83BCB2B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E7579-7958-4A17-BB40-18AB140F33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2673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2447" y="479143"/>
            <a:ext cx="16559332" cy="173949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22448" y="2206137"/>
            <a:ext cx="8122171" cy="1081194"/>
          </a:xfrm>
        </p:spPr>
        <p:txBody>
          <a:bodyPr anchor="b"/>
          <a:lstStyle>
            <a:lvl1pPr marL="0" indent="0">
              <a:buNone/>
              <a:defRPr sz="3150" b="1"/>
            </a:lvl1pPr>
            <a:lvl2pPr marL="599984" indent="0">
              <a:buNone/>
              <a:defRPr sz="2625" b="1"/>
            </a:lvl2pPr>
            <a:lvl3pPr marL="1199967" indent="0">
              <a:buNone/>
              <a:defRPr sz="2362" b="1"/>
            </a:lvl3pPr>
            <a:lvl4pPr marL="1799951" indent="0">
              <a:buNone/>
              <a:defRPr sz="2100" b="1"/>
            </a:lvl4pPr>
            <a:lvl5pPr marL="2399934" indent="0">
              <a:buNone/>
              <a:defRPr sz="2100" b="1"/>
            </a:lvl5pPr>
            <a:lvl6pPr marL="2999918" indent="0">
              <a:buNone/>
              <a:defRPr sz="2100" b="1"/>
            </a:lvl6pPr>
            <a:lvl7pPr marL="3599901" indent="0">
              <a:buNone/>
              <a:defRPr sz="2100" b="1"/>
            </a:lvl7pPr>
            <a:lvl8pPr marL="4199885" indent="0">
              <a:buNone/>
              <a:defRPr sz="2100" b="1"/>
            </a:lvl8pPr>
            <a:lvl9pPr marL="4799868" indent="0">
              <a:buNone/>
              <a:defRPr sz="21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22448" y="3287331"/>
            <a:ext cx="8122171" cy="483516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719608" y="2206137"/>
            <a:ext cx="8162171" cy="1081194"/>
          </a:xfrm>
        </p:spPr>
        <p:txBody>
          <a:bodyPr anchor="b"/>
          <a:lstStyle>
            <a:lvl1pPr marL="0" indent="0">
              <a:buNone/>
              <a:defRPr sz="3150" b="1"/>
            </a:lvl1pPr>
            <a:lvl2pPr marL="599984" indent="0">
              <a:buNone/>
              <a:defRPr sz="2625" b="1"/>
            </a:lvl2pPr>
            <a:lvl3pPr marL="1199967" indent="0">
              <a:buNone/>
              <a:defRPr sz="2362" b="1"/>
            </a:lvl3pPr>
            <a:lvl4pPr marL="1799951" indent="0">
              <a:buNone/>
              <a:defRPr sz="2100" b="1"/>
            </a:lvl4pPr>
            <a:lvl5pPr marL="2399934" indent="0">
              <a:buNone/>
              <a:defRPr sz="2100" b="1"/>
            </a:lvl5pPr>
            <a:lvl6pPr marL="2999918" indent="0">
              <a:buNone/>
              <a:defRPr sz="2100" b="1"/>
            </a:lvl6pPr>
            <a:lvl7pPr marL="3599901" indent="0">
              <a:buNone/>
              <a:defRPr sz="2100" b="1"/>
            </a:lvl7pPr>
            <a:lvl8pPr marL="4199885" indent="0">
              <a:buNone/>
              <a:defRPr sz="2100" b="1"/>
            </a:lvl8pPr>
            <a:lvl9pPr marL="4799868" indent="0">
              <a:buNone/>
              <a:defRPr sz="21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719608" y="3287331"/>
            <a:ext cx="8162171" cy="483516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A9E0F-CAF8-49C6-93F3-C610F83BCB2B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E7579-7958-4A17-BB40-18AB140F33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2189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A9E0F-CAF8-49C6-93F3-C610F83BCB2B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E7579-7958-4A17-BB40-18AB140F33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683792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A9E0F-CAF8-49C6-93F3-C610F83BCB2B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E7579-7958-4A17-BB40-18AB140F33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73285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2448" y="599969"/>
            <a:ext cx="6192249" cy="2099892"/>
          </a:xfrm>
        </p:spPr>
        <p:txBody>
          <a:bodyPr anchor="b"/>
          <a:lstStyle>
            <a:lvl1pPr>
              <a:defRPr sz="419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62171" y="1295767"/>
            <a:ext cx="9719608" cy="6395505"/>
          </a:xfrm>
        </p:spPr>
        <p:txBody>
          <a:bodyPr/>
          <a:lstStyle>
            <a:lvl1pPr>
              <a:defRPr sz="4199"/>
            </a:lvl1pPr>
            <a:lvl2pPr>
              <a:defRPr sz="3674"/>
            </a:lvl2pPr>
            <a:lvl3pPr>
              <a:defRPr sz="3150"/>
            </a:lvl3pPr>
            <a:lvl4pPr>
              <a:defRPr sz="2625"/>
            </a:lvl4pPr>
            <a:lvl5pPr>
              <a:defRPr sz="2625"/>
            </a:lvl5pPr>
            <a:lvl6pPr>
              <a:defRPr sz="2625"/>
            </a:lvl6pPr>
            <a:lvl7pPr>
              <a:defRPr sz="2625"/>
            </a:lvl7pPr>
            <a:lvl8pPr>
              <a:defRPr sz="2625"/>
            </a:lvl8pPr>
            <a:lvl9pPr>
              <a:defRPr sz="262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22448" y="2699862"/>
            <a:ext cx="6192249" cy="5001827"/>
          </a:xfrm>
        </p:spPr>
        <p:txBody>
          <a:bodyPr/>
          <a:lstStyle>
            <a:lvl1pPr marL="0" indent="0">
              <a:buNone/>
              <a:defRPr sz="2100"/>
            </a:lvl1pPr>
            <a:lvl2pPr marL="599984" indent="0">
              <a:buNone/>
              <a:defRPr sz="1837"/>
            </a:lvl2pPr>
            <a:lvl3pPr marL="1199967" indent="0">
              <a:buNone/>
              <a:defRPr sz="1575"/>
            </a:lvl3pPr>
            <a:lvl4pPr marL="1799951" indent="0">
              <a:buNone/>
              <a:defRPr sz="1312"/>
            </a:lvl4pPr>
            <a:lvl5pPr marL="2399934" indent="0">
              <a:buNone/>
              <a:defRPr sz="1312"/>
            </a:lvl5pPr>
            <a:lvl6pPr marL="2999918" indent="0">
              <a:buNone/>
              <a:defRPr sz="1312"/>
            </a:lvl6pPr>
            <a:lvl7pPr marL="3599901" indent="0">
              <a:buNone/>
              <a:defRPr sz="1312"/>
            </a:lvl7pPr>
            <a:lvl8pPr marL="4199885" indent="0">
              <a:buNone/>
              <a:defRPr sz="1312"/>
            </a:lvl8pPr>
            <a:lvl9pPr marL="4799868" indent="0">
              <a:buNone/>
              <a:defRPr sz="1312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A9E0F-CAF8-49C6-93F3-C610F83BCB2B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E7579-7958-4A17-BB40-18AB140F33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5137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2448" y="599969"/>
            <a:ext cx="6192249" cy="2099892"/>
          </a:xfrm>
        </p:spPr>
        <p:txBody>
          <a:bodyPr anchor="b"/>
          <a:lstStyle>
            <a:lvl1pPr>
              <a:defRPr sz="419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62171" y="1295767"/>
            <a:ext cx="9719608" cy="6395505"/>
          </a:xfrm>
        </p:spPr>
        <p:txBody>
          <a:bodyPr anchor="t"/>
          <a:lstStyle>
            <a:lvl1pPr marL="0" indent="0">
              <a:buNone/>
              <a:defRPr sz="4199"/>
            </a:lvl1pPr>
            <a:lvl2pPr marL="599984" indent="0">
              <a:buNone/>
              <a:defRPr sz="3674"/>
            </a:lvl2pPr>
            <a:lvl3pPr marL="1199967" indent="0">
              <a:buNone/>
              <a:defRPr sz="3150"/>
            </a:lvl3pPr>
            <a:lvl4pPr marL="1799951" indent="0">
              <a:buNone/>
              <a:defRPr sz="2625"/>
            </a:lvl4pPr>
            <a:lvl5pPr marL="2399934" indent="0">
              <a:buNone/>
              <a:defRPr sz="2625"/>
            </a:lvl5pPr>
            <a:lvl6pPr marL="2999918" indent="0">
              <a:buNone/>
              <a:defRPr sz="2625"/>
            </a:lvl6pPr>
            <a:lvl7pPr marL="3599901" indent="0">
              <a:buNone/>
              <a:defRPr sz="2625"/>
            </a:lvl7pPr>
            <a:lvl8pPr marL="4199885" indent="0">
              <a:buNone/>
              <a:defRPr sz="2625"/>
            </a:lvl8pPr>
            <a:lvl9pPr marL="4799868" indent="0">
              <a:buNone/>
              <a:defRPr sz="2625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22448" y="2699862"/>
            <a:ext cx="6192249" cy="5001827"/>
          </a:xfrm>
        </p:spPr>
        <p:txBody>
          <a:bodyPr/>
          <a:lstStyle>
            <a:lvl1pPr marL="0" indent="0">
              <a:buNone/>
              <a:defRPr sz="2100"/>
            </a:lvl1pPr>
            <a:lvl2pPr marL="599984" indent="0">
              <a:buNone/>
              <a:defRPr sz="1837"/>
            </a:lvl2pPr>
            <a:lvl3pPr marL="1199967" indent="0">
              <a:buNone/>
              <a:defRPr sz="1575"/>
            </a:lvl3pPr>
            <a:lvl4pPr marL="1799951" indent="0">
              <a:buNone/>
              <a:defRPr sz="1312"/>
            </a:lvl4pPr>
            <a:lvl5pPr marL="2399934" indent="0">
              <a:buNone/>
              <a:defRPr sz="1312"/>
            </a:lvl5pPr>
            <a:lvl6pPr marL="2999918" indent="0">
              <a:buNone/>
              <a:defRPr sz="1312"/>
            </a:lvl6pPr>
            <a:lvl7pPr marL="3599901" indent="0">
              <a:buNone/>
              <a:defRPr sz="1312"/>
            </a:lvl7pPr>
            <a:lvl8pPr marL="4199885" indent="0">
              <a:buNone/>
              <a:defRPr sz="1312"/>
            </a:lvl8pPr>
            <a:lvl9pPr marL="4799868" indent="0">
              <a:buNone/>
              <a:defRPr sz="1312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A9E0F-CAF8-49C6-93F3-C610F83BCB2B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E7579-7958-4A17-BB40-18AB140F33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0596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A9E0F-CAF8-49C6-93F3-C610F83BCB2B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E7579-7958-4A17-BB40-18AB140F33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58900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739445" y="479142"/>
            <a:ext cx="4139833" cy="7626692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19947" y="479142"/>
            <a:ext cx="12179508" cy="7626692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A9E0F-CAF8-49C6-93F3-C610F83BCB2B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E7579-7958-4A17-BB40-18AB140F33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74954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19947" y="479143"/>
            <a:ext cx="16559332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19947" y="2395710"/>
            <a:ext cx="16559332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19947" y="8341239"/>
            <a:ext cx="4319826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5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CA9E0F-CAF8-49C6-93F3-C610F83BCB2B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359744" y="8341239"/>
            <a:ext cx="6479738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5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3559452" y="8341239"/>
            <a:ext cx="4319826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5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5E7579-7958-4A17-BB40-18AB140F337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8384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l" defTabSz="1199967" rtl="0" eaLnBrk="1" latinLnBrk="0" hangingPunct="1">
        <a:lnSpc>
          <a:spcPct val="90000"/>
        </a:lnSpc>
        <a:spcBef>
          <a:spcPct val="0"/>
        </a:spcBef>
        <a:buNone/>
        <a:defRPr sz="577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9992" indent="-299992" algn="l" defTabSz="1199967" rtl="0" eaLnBrk="1" latinLnBrk="0" hangingPunct="1">
        <a:lnSpc>
          <a:spcPct val="90000"/>
        </a:lnSpc>
        <a:spcBef>
          <a:spcPts val="1312"/>
        </a:spcBef>
        <a:buFont typeface="Arial" panose="020B0604020202020204" pitchFamily="34" charset="0"/>
        <a:buChar char="•"/>
        <a:defRPr sz="3674" kern="1200">
          <a:solidFill>
            <a:schemeClr val="tx1"/>
          </a:solidFill>
          <a:latin typeface="+mn-lt"/>
          <a:ea typeface="+mn-ea"/>
          <a:cs typeface="+mn-cs"/>
        </a:defRPr>
      </a:lvl1pPr>
      <a:lvl2pPr marL="899975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2pPr>
      <a:lvl3pPr marL="1499959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625" kern="1200">
          <a:solidFill>
            <a:schemeClr val="tx1"/>
          </a:solidFill>
          <a:latin typeface="+mn-lt"/>
          <a:ea typeface="+mn-ea"/>
          <a:cs typeface="+mn-cs"/>
        </a:defRPr>
      </a:lvl3pPr>
      <a:lvl4pPr marL="2099942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4pPr>
      <a:lvl5pPr marL="2699926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5pPr>
      <a:lvl6pPr marL="3299910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6pPr>
      <a:lvl7pPr marL="3899893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7pPr>
      <a:lvl8pPr marL="4499877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8pPr>
      <a:lvl9pPr marL="5099860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1pPr>
      <a:lvl2pPr marL="599984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2pPr>
      <a:lvl3pPr marL="1199967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3pPr>
      <a:lvl4pPr marL="1799951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4pPr>
      <a:lvl5pPr marL="2399934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5pPr>
      <a:lvl6pPr marL="2999918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6pPr>
      <a:lvl7pPr marL="3599901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7pPr>
      <a:lvl8pPr marL="4199885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8pPr>
      <a:lvl9pPr marL="4799868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矩形 155">
            <a:extLst>
              <a:ext uri="{FF2B5EF4-FFF2-40B4-BE49-F238E27FC236}">
                <a16:creationId xmlns:a16="http://schemas.microsoft.com/office/drawing/2014/main" id="{69E64DD0-1E71-906D-CE02-99BCE9D7D4C5}"/>
              </a:ext>
            </a:extLst>
          </p:cNvPr>
          <p:cNvSpPr/>
          <p:nvPr/>
        </p:nvSpPr>
        <p:spPr>
          <a:xfrm>
            <a:off x="13425506" y="434460"/>
            <a:ext cx="4889638" cy="587458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accent6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1" dirty="0"/>
          </a:p>
        </p:txBody>
      </p:sp>
      <p:sp>
        <p:nvSpPr>
          <p:cNvPr id="167" name="矩形 166">
            <a:extLst>
              <a:ext uri="{FF2B5EF4-FFF2-40B4-BE49-F238E27FC236}">
                <a16:creationId xmlns:a16="http://schemas.microsoft.com/office/drawing/2014/main" id="{CCB15A51-B379-0467-CA99-DBBBE0CB7B5F}"/>
              </a:ext>
            </a:extLst>
          </p:cNvPr>
          <p:cNvSpPr/>
          <p:nvPr/>
        </p:nvSpPr>
        <p:spPr>
          <a:xfrm>
            <a:off x="13563435" y="1001260"/>
            <a:ext cx="4607676" cy="291237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>
                <a:lumMod val="40000"/>
                <a:lumOff val="6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1" dirty="0"/>
          </a:p>
        </p:txBody>
      </p:sp>
      <p:sp>
        <p:nvSpPr>
          <p:cNvPr id="178" name="矩形 177">
            <a:extLst>
              <a:ext uri="{FF2B5EF4-FFF2-40B4-BE49-F238E27FC236}">
                <a16:creationId xmlns:a16="http://schemas.microsoft.com/office/drawing/2014/main" id="{54E72F33-708B-C0D7-6D85-176439F4B68B}"/>
              </a:ext>
            </a:extLst>
          </p:cNvPr>
          <p:cNvSpPr/>
          <p:nvPr/>
        </p:nvSpPr>
        <p:spPr>
          <a:xfrm>
            <a:off x="13671661" y="1776012"/>
            <a:ext cx="4375361" cy="164211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4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1" dirty="0"/>
          </a:p>
        </p:txBody>
      </p:sp>
      <p:sp>
        <p:nvSpPr>
          <p:cNvPr id="159" name="矩形 158">
            <a:extLst>
              <a:ext uri="{FF2B5EF4-FFF2-40B4-BE49-F238E27FC236}">
                <a16:creationId xmlns:a16="http://schemas.microsoft.com/office/drawing/2014/main" id="{EDC48906-30A5-87F0-D07F-C76E1A85CBEB}"/>
              </a:ext>
            </a:extLst>
          </p:cNvPr>
          <p:cNvSpPr/>
          <p:nvPr/>
        </p:nvSpPr>
        <p:spPr>
          <a:xfrm>
            <a:off x="13419876" y="6455929"/>
            <a:ext cx="4893033" cy="210915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4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1" dirty="0"/>
          </a:p>
        </p:txBody>
      </p:sp>
      <p:sp>
        <p:nvSpPr>
          <p:cNvPr id="160" name="矩形 159">
            <a:extLst>
              <a:ext uri="{FF2B5EF4-FFF2-40B4-BE49-F238E27FC236}">
                <a16:creationId xmlns:a16="http://schemas.microsoft.com/office/drawing/2014/main" id="{37A22490-C4AE-AE22-609F-458C73FC9790}"/>
              </a:ext>
            </a:extLst>
          </p:cNvPr>
          <p:cNvSpPr/>
          <p:nvPr/>
        </p:nvSpPr>
        <p:spPr>
          <a:xfrm>
            <a:off x="9350051" y="431127"/>
            <a:ext cx="3891972" cy="812511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1" dirty="0"/>
          </a:p>
        </p:txBody>
      </p:sp>
      <p:sp>
        <p:nvSpPr>
          <p:cNvPr id="166" name="矩形 165">
            <a:extLst>
              <a:ext uri="{FF2B5EF4-FFF2-40B4-BE49-F238E27FC236}">
                <a16:creationId xmlns:a16="http://schemas.microsoft.com/office/drawing/2014/main" id="{810635D4-A692-3C1C-D4C7-88F27B973979}"/>
              </a:ext>
            </a:extLst>
          </p:cNvPr>
          <p:cNvSpPr/>
          <p:nvPr/>
        </p:nvSpPr>
        <p:spPr>
          <a:xfrm>
            <a:off x="13563435" y="4673663"/>
            <a:ext cx="4607676" cy="11044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1" dirty="0"/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20191776-BF94-204F-BCF6-666E6BC0471B}"/>
              </a:ext>
            </a:extLst>
          </p:cNvPr>
          <p:cNvSpPr/>
          <p:nvPr/>
        </p:nvSpPr>
        <p:spPr>
          <a:xfrm>
            <a:off x="9449873" y="562791"/>
            <a:ext cx="3678491" cy="232672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>
                <a:lumMod val="40000"/>
                <a:lumOff val="6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1" dirty="0"/>
          </a:p>
        </p:txBody>
      </p:sp>
      <p:sp>
        <p:nvSpPr>
          <p:cNvPr id="169" name="矩形 168">
            <a:extLst>
              <a:ext uri="{FF2B5EF4-FFF2-40B4-BE49-F238E27FC236}">
                <a16:creationId xmlns:a16="http://schemas.microsoft.com/office/drawing/2014/main" id="{1E6AB58A-D452-56B7-13C0-2C6142198529}"/>
              </a:ext>
            </a:extLst>
          </p:cNvPr>
          <p:cNvSpPr/>
          <p:nvPr/>
        </p:nvSpPr>
        <p:spPr>
          <a:xfrm>
            <a:off x="9449873" y="2981124"/>
            <a:ext cx="3678491" cy="179320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4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1" dirty="0"/>
          </a:p>
        </p:txBody>
      </p:sp>
      <p:sp>
        <p:nvSpPr>
          <p:cNvPr id="170" name="矩形 169">
            <a:extLst>
              <a:ext uri="{FF2B5EF4-FFF2-40B4-BE49-F238E27FC236}">
                <a16:creationId xmlns:a16="http://schemas.microsoft.com/office/drawing/2014/main" id="{99E37BBD-2193-A693-2D8D-9E67259DCE7D}"/>
              </a:ext>
            </a:extLst>
          </p:cNvPr>
          <p:cNvSpPr/>
          <p:nvPr/>
        </p:nvSpPr>
        <p:spPr>
          <a:xfrm>
            <a:off x="9455541" y="5179258"/>
            <a:ext cx="3664253" cy="269986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accent6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1" dirty="0"/>
          </a:p>
        </p:txBody>
      </p:sp>
      <p:sp>
        <p:nvSpPr>
          <p:cNvPr id="157" name="矩形 156">
            <a:extLst>
              <a:ext uri="{FF2B5EF4-FFF2-40B4-BE49-F238E27FC236}">
                <a16:creationId xmlns:a16="http://schemas.microsoft.com/office/drawing/2014/main" id="{349F370D-304C-AA23-D6CA-3A0824E7CFA2}"/>
              </a:ext>
            </a:extLst>
          </p:cNvPr>
          <p:cNvSpPr/>
          <p:nvPr/>
        </p:nvSpPr>
        <p:spPr>
          <a:xfrm>
            <a:off x="5798712" y="5051549"/>
            <a:ext cx="3393503" cy="350468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1" dirty="0"/>
          </a:p>
        </p:txBody>
      </p:sp>
      <p:sp>
        <p:nvSpPr>
          <p:cNvPr id="158" name="矩形 157">
            <a:extLst>
              <a:ext uri="{FF2B5EF4-FFF2-40B4-BE49-F238E27FC236}">
                <a16:creationId xmlns:a16="http://schemas.microsoft.com/office/drawing/2014/main" id="{1C6ABBE1-E6B4-FF66-B555-B615D0967B3C}"/>
              </a:ext>
            </a:extLst>
          </p:cNvPr>
          <p:cNvSpPr/>
          <p:nvPr/>
        </p:nvSpPr>
        <p:spPr>
          <a:xfrm>
            <a:off x="5802860" y="431120"/>
            <a:ext cx="3397734" cy="44842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accent6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1" dirty="0"/>
          </a:p>
        </p:txBody>
      </p:sp>
      <p:sp>
        <p:nvSpPr>
          <p:cNvPr id="417" name="矩形 416">
            <a:extLst>
              <a:ext uri="{FF2B5EF4-FFF2-40B4-BE49-F238E27FC236}">
                <a16:creationId xmlns:a16="http://schemas.microsoft.com/office/drawing/2014/main" id="{3AB97414-2AF7-4578-926A-4BCAB9E2916C}"/>
              </a:ext>
            </a:extLst>
          </p:cNvPr>
          <p:cNvSpPr/>
          <p:nvPr/>
        </p:nvSpPr>
        <p:spPr>
          <a:xfrm>
            <a:off x="855972" y="431114"/>
            <a:ext cx="4782024" cy="813731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1"/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96480694-A299-41A8-A9EE-003545ADAC2A}"/>
              </a:ext>
            </a:extLst>
          </p:cNvPr>
          <p:cNvSpPr/>
          <p:nvPr/>
        </p:nvSpPr>
        <p:spPr>
          <a:xfrm>
            <a:off x="6999359" y="5691426"/>
            <a:ext cx="464827" cy="23459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09532AD9-D75D-4F1A-B853-57BEB8A00753}"/>
              </a:ext>
            </a:extLst>
          </p:cNvPr>
          <p:cNvSpPr/>
          <p:nvPr/>
        </p:nvSpPr>
        <p:spPr>
          <a:xfrm>
            <a:off x="8218816" y="5696288"/>
            <a:ext cx="670425" cy="23459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3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 3x3 </a:t>
            </a:r>
            <a:endParaRPr lang="zh-CN" altLang="en-US" sz="83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E32AA318-AAE6-4F91-A76C-1EF43F6C9EAB}"/>
              </a:ext>
            </a:extLst>
          </p:cNvPr>
          <p:cNvSpPr/>
          <p:nvPr/>
        </p:nvSpPr>
        <p:spPr>
          <a:xfrm>
            <a:off x="7609072" y="5691422"/>
            <a:ext cx="464827" cy="23459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流程图: 或者 58">
            <a:extLst>
              <a:ext uri="{FF2B5EF4-FFF2-40B4-BE49-F238E27FC236}">
                <a16:creationId xmlns:a16="http://schemas.microsoft.com/office/drawing/2014/main" id="{5151FC85-7F11-419D-8FCB-E753FCEC220E}"/>
              </a:ext>
            </a:extLst>
          </p:cNvPr>
          <p:cNvSpPr/>
          <p:nvPr/>
        </p:nvSpPr>
        <p:spPr>
          <a:xfrm>
            <a:off x="7411075" y="6065700"/>
            <a:ext cx="251119" cy="249914"/>
          </a:xfrm>
          <a:prstGeom prst="flowChar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1"/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6FD624E5-8761-4331-ACBF-15C916ADF494}"/>
              </a:ext>
            </a:extLst>
          </p:cNvPr>
          <p:cNvSpPr/>
          <p:nvPr/>
        </p:nvSpPr>
        <p:spPr>
          <a:xfrm>
            <a:off x="6186077" y="5934581"/>
            <a:ext cx="670425" cy="23459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BN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矩形: 圆角 60">
            <a:extLst>
              <a:ext uri="{FF2B5EF4-FFF2-40B4-BE49-F238E27FC236}">
                <a16:creationId xmlns:a16="http://schemas.microsoft.com/office/drawing/2014/main" id="{7BF0C043-A945-40B5-9846-A2C13E96FC91}"/>
              </a:ext>
            </a:extLst>
          </p:cNvPr>
          <p:cNvSpPr/>
          <p:nvPr/>
        </p:nvSpPr>
        <p:spPr>
          <a:xfrm>
            <a:off x="8222563" y="5933643"/>
            <a:ext cx="660806" cy="23459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BN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CBCE3E53-8080-4585-A0C8-E1D97FFED4E8}"/>
              </a:ext>
            </a:extLst>
          </p:cNvPr>
          <p:cNvSpPr/>
          <p:nvPr/>
        </p:nvSpPr>
        <p:spPr>
          <a:xfrm>
            <a:off x="7116116" y="7185020"/>
            <a:ext cx="840320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Sigmoid 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8BE9B0C9-6E1C-4C1C-8589-A8AD0A528367}"/>
              </a:ext>
            </a:extLst>
          </p:cNvPr>
          <p:cNvCxnSpPr>
            <a:cxnSpLocks/>
            <a:stCxn id="58" idx="2"/>
            <a:endCxn id="59" idx="7"/>
          </p:cNvCxnSpPr>
          <p:nvPr/>
        </p:nvCxnSpPr>
        <p:spPr>
          <a:xfrm flipH="1">
            <a:off x="7625408" y="5926035"/>
            <a:ext cx="216078" cy="17627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19901410-D220-40F9-AA88-62A5C2B7897A}"/>
              </a:ext>
            </a:extLst>
          </p:cNvPr>
          <p:cNvCxnSpPr>
            <a:cxnSpLocks/>
            <a:stCxn id="56" idx="2"/>
            <a:endCxn id="59" idx="1"/>
          </p:cNvCxnSpPr>
          <p:nvPr/>
        </p:nvCxnSpPr>
        <p:spPr>
          <a:xfrm>
            <a:off x="7231768" y="5926028"/>
            <a:ext cx="216070" cy="17627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C751EB9C-26E4-454E-BCEB-3592E8FAFEFE}"/>
              </a:ext>
            </a:extLst>
          </p:cNvPr>
          <p:cNvCxnSpPr>
            <a:cxnSpLocks/>
            <a:stCxn id="60" idx="3"/>
            <a:endCxn id="59" idx="2"/>
          </p:cNvCxnSpPr>
          <p:nvPr/>
        </p:nvCxnSpPr>
        <p:spPr>
          <a:xfrm>
            <a:off x="6856483" y="6051885"/>
            <a:ext cx="554585" cy="13877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08E86AFF-AD45-4733-AECC-5987A0BC8749}"/>
              </a:ext>
            </a:extLst>
          </p:cNvPr>
          <p:cNvCxnSpPr>
            <a:cxnSpLocks/>
            <a:stCxn id="61" idx="1"/>
            <a:endCxn id="59" idx="6"/>
          </p:cNvCxnSpPr>
          <p:nvPr/>
        </p:nvCxnSpPr>
        <p:spPr>
          <a:xfrm flipH="1">
            <a:off x="7662188" y="6050956"/>
            <a:ext cx="560370" cy="13970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86C4987F-1E53-444F-BD62-7C5E19258747}"/>
              </a:ext>
            </a:extLst>
          </p:cNvPr>
          <p:cNvCxnSpPr>
            <a:cxnSpLocks/>
            <a:endCxn id="57" idx="0"/>
          </p:cNvCxnSpPr>
          <p:nvPr/>
        </p:nvCxnSpPr>
        <p:spPr>
          <a:xfrm>
            <a:off x="8554014" y="5301807"/>
            <a:ext cx="15" cy="3944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肘形 71">
            <a:extLst>
              <a:ext uri="{FF2B5EF4-FFF2-40B4-BE49-F238E27FC236}">
                <a16:creationId xmlns:a16="http://schemas.microsoft.com/office/drawing/2014/main" id="{796BDA84-F388-4350-B48D-CB62DC511F9D}"/>
              </a:ext>
            </a:extLst>
          </p:cNvPr>
          <p:cNvCxnSpPr>
            <a:cxnSpLocks/>
            <a:stCxn id="57" idx="0"/>
            <a:endCxn id="58" idx="0"/>
          </p:cNvCxnSpPr>
          <p:nvPr/>
        </p:nvCxnSpPr>
        <p:spPr>
          <a:xfrm rot="16200000" flipV="1">
            <a:off x="8195324" y="5337583"/>
            <a:ext cx="4866" cy="712543"/>
          </a:xfrm>
          <a:prstGeom prst="bentConnector3">
            <a:avLst>
              <a:gd name="adj1" fmla="val 4680415"/>
            </a:avLst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3AEF2644-E4BA-4236-9889-DBC25EAB61F7}"/>
              </a:ext>
            </a:extLst>
          </p:cNvPr>
          <p:cNvSpPr/>
          <p:nvPr/>
        </p:nvSpPr>
        <p:spPr>
          <a:xfrm>
            <a:off x="6184058" y="5695706"/>
            <a:ext cx="670425" cy="23459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3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 3x3 </a:t>
            </a:r>
            <a:endParaRPr lang="zh-CN" altLang="en-US" sz="83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3D92093C-F49B-4463-9CC4-239C58220043}"/>
              </a:ext>
            </a:extLst>
          </p:cNvPr>
          <p:cNvSpPr txBox="1"/>
          <p:nvPr/>
        </p:nvSpPr>
        <p:spPr>
          <a:xfrm>
            <a:off x="7698116" y="8122615"/>
            <a:ext cx="1522657" cy="4245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67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 </a:t>
            </a:r>
            <a:r>
              <a:rPr lang="en-US" altLang="zh-CN" sz="2067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SLGAG</a:t>
            </a:r>
            <a:endParaRPr lang="zh-CN" altLang="en-US" sz="2067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流程图: 汇总连接 76">
            <a:extLst>
              <a:ext uri="{FF2B5EF4-FFF2-40B4-BE49-F238E27FC236}">
                <a16:creationId xmlns:a16="http://schemas.microsoft.com/office/drawing/2014/main" id="{51026CC8-972C-4182-9BC3-890284510261}"/>
              </a:ext>
            </a:extLst>
          </p:cNvPr>
          <p:cNvSpPr/>
          <p:nvPr/>
        </p:nvSpPr>
        <p:spPr>
          <a:xfrm>
            <a:off x="7406679" y="7541529"/>
            <a:ext cx="259194" cy="245935"/>
          </a:xfrm>
          <a:prstGeom prst="flowChartSummingJunctio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1"/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A6B4BE96-578D-47CB-B3CB-AF73C46672EF}"/>
              </a:ext>
            </a:extLst>
          </p:cNvPr>
          <p:cNvSpPr/>
          <p:nvPr/>
        </p:nvSpPr>
        <p:spPr>
          <a:xfrm>
            <a:off x="10242669" y="883701"/>
            <a:ext cx="963345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AMP 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9779DFF5-3AFB-46A5-97E4-2A986F98FA52}"/>
              </a:ext>
            </a:extLst>
          </p:cNvPr>
          <p:cNvSpPr/>
          <p:nvPr/>
        </p:nvSpPr>
        <p:spPr>
          <a:xfrm>
            <a:off x="10242669" y="1120420"/>
            <a:ext cx="963345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37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PWC C/r </a:t>
            </a:r>
            <a:endParaRPr lang="zh-CN" altLang="en-US" sz="1137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FCD97BB5-8BF1-4320-B7A5-583EAB1AAFCE}"/>
              </a:ext>
            </a:extLst>
          </p:cNvPr>
          <p:cNvSpPr/>
          <p:nvPr/>
        </p:nvSpPr>
        <p:spPr>
          <a:xfrm>
            <a:off x="10241259" y="1355014"/>
            <a:ext cx="963345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ReLU 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D953F5D9-22DF-4AF6-99D0-26F78520D852}"/>
              </a:ext>
            </a:extLst>
          </p:cNvPr>
          <p:cNvSpPr/>
          <p:nvPr/>
        </p:nvSpPr>
        <p:spPr>
          <a:xfrm>
            <a:off x="10242657" y="1592717"/>
            <a:ext cx="963345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PWC C 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矩形: 圆角 85">
            <a:extLst>
              <a:ext uri="{FF2B5EF4-FFF2-40B4-BE49-F238E27FC236}">
                <a16:creationId xmlns:a16="http://schemas.microsoft.com/office/drawing/2014/main" id="{8F04BBDA-9071-408D-A804-271F75D9D8FD}"/>
              </a:ext>
            </a:extLst>
          </p:cNvPr>
          <p:cNvSpPr/>
          <p:nvPr/>
        </p:nvSpPr>
        <p:spPr>
          <a:xfrm>
            <a:off x="11348687" y="878982"/>
            <a:ext cx="963345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AAP 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66DD2F48-ABB8-44B6-8023-E74AED1F5419}"/>
              </a:ext>
            </a:extLst>
          </p:cNvPr>
          <p:cNvSpPr/>
          <p:nvPr/>
        </p:nvSpPr>
        <p:spPr>
          <a:xfrm>
            <a:off x="11348687" y="1115699"/>
            <a:ext cx="963345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37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PWC C/r </a:t>
            </a:r>
            <a:endParaRPr lang="zh-CN" altLang="en-US" sz="1137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8" name="矩形: 圆角 87">
            <a:extLst>
              <a:ext uri="{FF2B5EF4-FFF2-40B4-BE49-F238E27FC236}">
                <a16:creationId xmlns:a16="http://schemas.microsoft.com/office/drawing/2014/main" id="{34D96305-1CA2-4D0F-A858-C15DD775F87F}"/>
              </a:ext>
            </a:extLst>
          </p:cNvPr>
          <p:cNvSpPr/>
          <p:nvPr/>
        </p:nvSpPr>
        <p:spPr>
          <a:xfrm>
            <a:off x="11347276" y="1350291"/>
            <a:ext cx="963345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ReLU 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矩形: 圆角 88">
            <a:extLst>
              <a:ext uri="{FF2B5EF4-FFF2-40B4-BE49-F238E27FC236}">
                <a16:creationId xmlns:a16="http://schemas.microsoft.com/office/drawing/2014/main" id="{3B1967F4-6974-4A53-B960-1F7F46EC01F3}"/>
              </a:ext>
            </a:extLst>
          </p:cNvPr>
          <p:cNvSpPr/>
          <p:nvPr/>
        </p:nvSpPr>
        <p:spPr>
          <a:xfrm>
            <a:off x="11348674" y="1587996"/>
            <a:ext cx="963345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PWC C 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0DC468E2-A36B-4D6D-A98A-D2123E2339E0}"/>
              </a:ext>
            </a:extLst>
          </p:cNvPr>
          <p:cNvSpPr/>
          <p:nvPr/>
        </p:nvSpPr>
        <p:spPr>
          <a:xfrm>
            <a:off x="10856947" y="2303737"/>
            <a:ext cx="840320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Sigmoid 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流程图: 汇总连接 90">
            <a:extLst>
              <a:ext uri="{FF2B5EF4-FFF2-40B4-BE49-F238E27FC236}">
                <a16:creationId xmlns:a16="http://schemas.microsoft.com/office/drawing/2014/main" id="{2DA0488C-0145-4845-9374-B0714A08AE53}"/>
              </a:ext>
            </a:extLst>
          </p:cNvPr>
          <p:cNvSpPr/>
          <p:nvPr/>
        </p:nvSpPr>
        <p:spPr>
          <a:xfrm>
            <a:off x="11147036" y="2657515"/>
            <a:ext cx="259194" cy="245935"/>
          </a:xfrm>
          <a:prstGeom prst="flowChartSummingJunctio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1" dirty="0"/>
          </a:p>
        </p:txBody>
      </p:sp>
      <p:sp>
        <p:nvSpPr>
          <p:cNvPr id="92" name="流程图: 或者 91">
            <a:extLst>
              <a:ext uri="{FF2B5EF4-FFF2-40B4-BE49-F238E27FC236}">
                <a16:creationId xmlns:a16="http://schemas.microsoft.com/office/drawing/2014/main" id="{8162FA3C-CFE5-43D0-9ED0-FB3302F59990}"/>
              </a:ext>
            </a:extLst>
          </p:cNvPr>
          <p:cNvSpPr/>
          <p:nvPr/>
        </p:nvSpPr>
        <p:spPr>
          <a:xfrm>
            <a:off x="11151241" y="1930872"/>
            <a:ext cx="251121" cy="249913"/>
          </a:xfrm>
          <a:prstGeom prst="flowChar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1"/>
          </a:p>
        </p:txBody>
      </p: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8BE7BF95-CB19-4518-8837-A98A058DCA7C}"/>
              </a:ext>
            </a:extLst>
          </p:cNvPr>
          <p:cNvSpPr/>
          <p:nvPr/>
        </p:nvSpPr>
        <p:spPr>
          <a:xfrm>
            <a:off x="7116116" y="6951501"/>
            <a:ext cx="840320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BN 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9A187EBC-AD49-4669-B79E-101EE4C496C4}"/>
              </a:ext>
            </a:extLst>
          </p:cNvPr>
          <p:cNvSpPr/>
          <p:nvPr/>
        </p:nvSpPr>
        <p:spPr>
          <a:xfrm>
            <a:off x="7116116" y="6717980"/>
            <a:ext cx="840320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 1x1 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矩形: 圆角 101">
            <a:extLst>
              <a:ext uri="{FF2B5EF4-FFF2-40B4-BE49-F238E27FC236}">
                <a16:creationId xmlns:a16="http://schemas.microsoft.com/office/drawing/2014/main" id="{6E998983-872C-4398-916D-7FFD391CF58E}"/>
              </a:ext>
            </a:extLst>
          </p:cNvPr>
          <p:cNvSpPr/>
          <p:nvPr/>
        </p:nvSpPr>
        <p:spPr>
          <a:xfrm>
            <a:off x="7116116" y="6484459"/>
            <a:ext cx="840320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ReLU 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F877E0B2-8BEF-4C32-AA5F-586DB0C9C3B0}"/>
              </a:ext>
            </a:extLst>
          </p:cNvPr>
          <p:cNvCxnSpPr>
            <a:cxnSpLocks/>
          </p:cNvCxnSpPr>
          <p:nvPr/>
        </p:nvCxnSpPr>
        <p:spPr>
          <a:xfrm flipH="1">
            <a:off x="11277036" y="474310"/>
            <a:ext cx="1" cy="2062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文本框 103">
            <a:extLst>
              <a:ext uri="{FF2B5EF4-FFF2-40B4-BE49-F238E27FC236}">
                <a16:creationId xmlns:a16="http://schemas.microsoft.com/office/drawing/2014/main" id="{418CF1EC-4A8B-4EC9-8BD6-375C77C4ACC7}"/>
              </a:ext>
            </a:extLst>
          </p:cNvPr>
          <p:cNvSpPr txBox="1"/>
          <p:nvPr/>
        </p:nvSpPr>
        <p:spPr>
          <a:xfrm>
            <a:off x="12352045" y="2309616"/>
            <a:ext cx="783052" cy="3588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54" dirty="0">
                <a:latin typeface="Times New Roman" panose="02020603050405020304" pitchFamily="18" charset="0"/>
                <a:cs typeface="Times New Roman" panose="02020603050405020304" pitchFamily="18" charset="0"/>
              </a:rPr>
              <a:t>(f) </a:t>
            </a:r>
            <a:r>
              <a:rPr lang="en-US" altLang="zh-CN" sz="1654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</a:t>
            </a:r>
            <a:endParaRPr lang="zh-CN" altLang="en-US" sz="1654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18F23A9C-08E9-42B0-A76E-2100FC0E8A0E}"/>
              </a:ext>
            </a:extLst>
          </p:cNvPr>
          <p:cNvSpPr/>
          <p:nvPr/>
        </p:nvSpPr>
        <p:spPr>
          <a:xfrm>
            <a:off x="10226388" y="3198094"/>
            <a:ext cx="963345" cy="23459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3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Channel Max</a:t>
            </a:r>
            <a:endParaRPr lang="zh-CN" altLang="en-US" sz="93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矩形: 圆角 105">
            <a:extLst>
              <a:ext uri="{FF2B5EF4-FFF2-40B4-BE49-F238E27FC236}">
                <a16:creationId xmlns:a16="http://schemas.microsoft.com/office/drawing/2014/main" id="{0BB043A0-5084-4C6C-998A-5087013CFCCB}"/>
              </a:ext>
            </a:extLst>
          </p:cNvPr>
          <p:cNvSpPr/>
          <p:nvPr/>
        </p:nvSpPr>
        <p:spPr>
          <a:xfrm>
            <a:off x="11328564" y="3194776"/>
            <a:ext cx="963345" cy="23459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3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Channel Average</a:t>
            </a:r>
            <a:endParaRPr lang="zh-CN" altLang="en-US" sz="83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矩形: 圆角 106">
            <a:extLst>
              <a:ext uri="{FF2B5EF4-FFF2-40B4-BE49-F238E27FC236}">
                <a16:creationId xmlns:a16="http://schemas.microsoft.com/office/drawing/2014/main" id="{62C11612-3DFC-4841-A767-3A678A46F191}"/>
              </a:ext>
            </a:extLst>
          </p:cNvPr>
          <p:cNvSpPr/>
          <p:nvPr/>
        </p:nvSpPr>
        <p:spPr>
          <a:xfrm>
            <a:off x="10654968" y="3842525"/>
            <a:ext cx="1207090" cy="23459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36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LKC 7x7 Pad:3 </a:t>
            </a:r>
            <a:endParaRPr lang="zh-CN" altLang="en-US" sz="1036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椭圆 107">
            <a:extLst>
              <a:ext uri="{FF2B5EF4-FFF2-40B4-BE49-F238E27FC236}">
                <a16:creationId xmlns:a16="http://schemas.microsoft.com/office/drawing/2014/main" id="{CB856D64-B2D6-414A-965E-0BA596AEE047}"/>
              </a:ext>
            </a:extLst>
          </p:cNvPr>
          <p:cNvSpPr/>
          <p:nvPr/>
        </p:nvSpPr>
        <p:spPr>
          <a:xfrm>
            <a:off x="11128895" y="3457094"/>
            <a:ext cx="259194" cy="24593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61" dirty="0">
                <a:solidFill>
                  <a:schemeClr val="tx1"/>
                </a:solidFill>
              </a:rPr>
              <a:t>c</a:t>
            </a:r>
            <a:endParaRPr lang="zh-CN" altLang="en-US" sz="1861" dirty="0">
              <a:solidFill>
                <a:schemeClr val="tx1"/>
              </a:solidFill>
            </a:endParaRPr>
          </a:p>
        </p:txBody>
      </p:sp>
      <p:sp>
        <p:nvSpPr>
          <p:cNvPr id="109" name="矩形: 圆角 108">
            <a:extLst>
              <a:ext uri="{FF2B5EF4-FFF2-40B4-BE49-F238E27FC236}">
                <a16:creationId xmlns:a16="http://schemas.microsoft.com/office/drawing/2014/main" id="{FFC8AED7-22D5-4BF6-803E-C15EF8CC9717}"/>
              </a:ext>
            </a:extLst>
          </p:cNvPr>
          <p:cNvSpPr/>
          <p:nvPr/>
        </p:nvSpPr>
        <p:spPr>
          <a:xfrm>
            <a:off x="10654968" y="4076554"/>
            <a:ext cx="1207090" cy="23459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Sigmoid 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2" name="直接箭头连接符 111">
            <a:extLst>
              <a:ext uri="{FF2B5EF4-FFF2-40B4-BE49-F238E27FC236}">
                <a16:creationId xmlns:a16="http://schemas.microsoft.com/office/drawing/2014/main" id="{0B206D8A-AB1E-4A65-BD02-5692E5B55F58}"/>
              </a:ext>
            </a:extLst>
          </p:cNvPr>
          <p:cNvCxnSpPr>
            <a:cxnSpLocks/>
            <a:stCxn id="108" idx="4"/>
            <a:endCxn id="107" idx="0"/>
          </p:cNvCxnSpPr>
          <p:nvPr/>
        </p:nvCxnSpPr>
        <p:spPr>
          <a:xfrm>
            <a:off x="11258505" y="3703021"/>
            <a:ext cx="0" cy="13951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流程图: 汇总连接 112">
            <a:extLst>
              <a:ext uri="{FF2B5EF4-FFF2-40B4-BE49-F238E27FC236}">
                <a16:creationId xmlns:a16="http://schemas.microsoft.com/office/drawing/2014/main" id="{76CE0791-F16B-41D2-9388-FA20F17D15F1}"/>
              </a:ext>
            </a:extLst>
          </p:cNvPr>
          <p:cNvSpPr/>
          <p:nvPr/>
        </p:nvSpPr>
        <p:spPr>
          <a:xfrm>
            <a:off x="11128895" y="4422579"/>
            <a:ext cx="259194" cy="245934"/>
          </a:xfrm>
          <a:prstGeom prst="flowChartSummingJunctio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1" dirty="0"/>
          </a:p>
        </p:txBody>
      </p:sp>
      <p:cxnSp>
        <p:nvCxnSpPr>
          <p:cNvPr id="114" name="直接箭头连接符 113">
            <a:extLst>
              <a:ext uri="{FF2B5EF4-FFF2-40B4-BE49-F238E27FC236}">
                <a16:creationId xmlns:a16="http://schemas.microsoft.com/office/drawing/2014/main" id="{12E3170E-8380-480B-92EB-24434037AAD0}"/>
              </a:ext>
            </a:extLst>
          </p:cNvPr>
          <p:cNvCxnSpPr>
            <a:cxnSpLocks/>
            <a:stCxn id="109" idx="2"/>
            <a:endCxn id="113" idx="0"/>
          </p:cNvCxnSpPr>
          <p:nvPr/>
        </p:nvCxnSpPr>
        <p:spPr>
          <a:xfrm flipH="1">
            <a:off x="11258505" y="4311163"/>
            <a:ext cx="0" cy="11142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9E091A76-F6B8-487B-A1F6-EE7C1AE06D55}"/>
              </a:ext>
            </a:extLst>
          </p:cNvPr>
          <p:cNvCxnSpPr>
            <a:cxnSpLocks/>
            <a:stCxn id="106" idx="0"/>
            <a:endCxn id="113" idx="2"/>
          </p:cNvCxnSpPr>
          <p:nvPr/>
        </p:nvCxnSpPr>
        <p:spPr>
          <a:xfrm rot="16200000" flipH="1" flipV="1">
            <a:off x="10794204" y="3529518"/>
            <a:ext cx="1350755" cy="681322"/>
          </a:xfrm>
          <a:prstGeom prst="bentConnector4">
            <a:avLst>
              <a:gd name="adj1" fmla="val -10165"/>
              <a:gd name="adj2" fmla="val 248868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文本框 117">
            <a:extLst>
              <a:ext uri="{FF2B5EF4-FFF2-40B4-BE49-F238E27FC236}">
                <a16:creationId xmlns:a16="http://schemas.microsoft.com/office/drawing/2014/main" id="{51DBBE1D-FC38-448B-B987-8A901C19492A}"/>
              </a:ext>
            </a:extLst>
          </p:cNvPr>
          <p:cNvSpPr txBox="1"/>
          <p:nvPr/>
        </p:nvSpPr>
        <p:spPr>
          <a:xfrm>
            <a:off x="12372388" y="4389445"/>
            <a:ext cx="783052" cy="3588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54" dirty="0">
                <a:latin typeface="Times New Roman" panose="02020603050405020304" pitchFamily="18" charset="0"/>
                <a:cs typeface="Times New Roman" panose="02020603050405020304" pitchFamily="18" charset="0"/>
              </a:rPr>
              <a:t>(g) </a:t>
            </a:r>
            <a:r>
              <a:rPr lang="en-US" altLang="zh-CN" sz="1654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endParaRPr lang="zh-CN" altLang="en-US" sz="1654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9" name="矩形: 圆角 118">
            <a:extLst>
              <a:ext uri="{FF2B5EF4-FFF2-40B4-BE49-F238E27FC236}">
                <a16:creationId xmlns:a16="http://schemas.microsoft.com/office/drawing/2014/main" id="{F79F47FE-9D3F-4BB2-9520-F9C3602A06F5}"/>
              </a:ext>
            </a:extLst>
          </p:cNvPr>
          <p:cNvSpPr/>
          <p:nvPr/>
        </p:nvSpPr>
        <p:spPr>
          <a:xfrm>
            <a:off x="11022824" y="4854207"/>
            <a:ext cx="464827" cy="23459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1" name="矩形: 圆角 120">
            <a:extLst>
              <a:ext uri="{FF2B5EF4-FFF2-40B4-BE49-F238E27FC236}">
                <a16:creationId xmlns:a16="http://schemas.microsoft.com/office/drawing/2014/main" id="{DD972035-3A2B-4D2E-AD1F-CA2B4D8D98B4}"/>
              </a:ext>
            </a:extLst>
          </p:cNvPr>
          <p:cNvSpPr/>
          <p:nvPr/>
        </p:nvSpPr>
        <p:spPr>
          <a:xfrm>
            <a:off x="10833620" y="6377855"/>
            <a:ext cx="840320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3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BN, ReLU6 </a:t>
            </a:r>
            <a:endParaRPr lang="zh-CN" altLang="en-US" sz="93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2" name="矩形: 圆角 121">
            <a:extLst>
              <a:ext uri="{FF2B5EF4-FFF2-40B4-BE49-F238E27FC236}">
                <a16:creationId xmlns:a16="http://schemas.microsoft.com/office/drawing/2014/main" id="{E30FC13F-23AF-4CD7-8CF5-FF94D9FE16D5}"/>
              </a:ext>
            </a:extLst>
          </p:cNvPr>
          <p:cNvSpPr/>
          <p:nvPr/>
        </p:nvSpPr>
        <p:spPr>
          <a:xfrm>
            <a:off x="10833616" y="6145213"/>
            <a:ext cx="840322" cy="23459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DWC3x3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4" name="矩形: 圆角 123">
            <a:extLst>
              <a:ext uri="{FF2B5EF4-FFF2-40B4-BE49-F238E27FC236}">
                <a16:creationId xmlns:a16="http://schemas.microsoft.com/office/drawing/2014/main" id="{9A85FAB7-61E8-441B-B6BE-78B5E4488FD6}"/>
              </a:ext>
            </a:extLst>
          </p:cNvPr>
          <p:cNvSpPr/>
          <p:nvPr/>
        </p:nvSpPr>
        <p:spPr>
          <a:xfrm>
            <a:off x="11890874" y="6378862"/>
            <a:ext cx="840320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3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BN, ReLU6 </a:t>
            </a:r>
            <a:endParaRPr lang="zh-CN" altLang="en-US" sz="93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5" name="矩形: 圆角 124">
            <a:extLst>
              <a:ext uri="{FF2B5EF4-FFF2-40B4-BE49-F238E27FC236}">
                <a16:creationId xmlns:a16="http://schemas.microsoft.com/office/drawing/2014/main" id="{9B4319B1-175B-4D0F-B118-F734FE274C36}"/>
              </a:ext>
            </a:extLst>
          </p:cNvPr>
          <p:cNvSpPr/>
          <p:nvPr/>
        </p:nvSpPr>
        <p:spPr>
          <a:xfrm>
            <a:off x="11890872" y="6146221"/>
            <a:ext cx="840322" cy="23459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DWC5x5 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8" name="矩形: 圆角 127">
            <a:extLst>
              <a:ext uri="{FF2B5EF4-FFF2-40B4-BE49-F238E27FC236}">
                <a16:creationId xmlns:a16="http://schemas.microsoft.com/office/drawing/2014/main" id="{C9198D63-A175-48D0-A83E-FA42286E9AC3}"/>
              </a:ext>
            </a:extLst>
          </p:cNvPr>
          <p:cNvSpPr/>
          <p:nvPr/>
        </p:nvSpPr>
        <p:spPr>
          <a:xfrm>
            <a:off x="9776359" y="6145213"/>
            <a:ext cx="840322" cy="23459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DWC1x1 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9" name="直接箭头连接符 128">
            <a:extLst>
              <a:ext uri="{FF2B5EF4-FFF2-40B4-BE49-F238E27FC236}">
                <a16:creationId xmlns:a16="http://schemas.microsoft.com/office/drawing/2014/main" id="{B8A755E2-48A3-497E-B1F0-A258A76AD7EA}"/>
              </a:ext>
            </a:extLst>
          </p:cNvPr>
          <p:cNvCxnSpPr>
            <a:cxnSpLocks/>
            <a:stCxn id="113" idx="4"/>
            <a:endCxn id="119" idx="0"/>
          </p:cNvCxnSpPr>
          <p:nvPr/>
        </p:nvCxnSpPr>
        <p:spPr>
          <a:xfrm flipH="1">
            <a:off x="11255234" y="4668510"/>
            <a:ext cx="3261" cy="18569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矩形: 圆角 130">
            <a:extLst>
              <a:ext uri="{FF2B5EF4-FFF2-40B4-BE49-F238E27FC236}">
                <a16:creationId xmlns:a16="http://schemas.microsoft.com/office/drawing/2014/main" id="{0EE9CE9C-FBC8-4606-ABBE-4FE7CB6987D2}"/>
              </a:ext>
            </a:extLst>
          </p:cNvPr>
          <p:cNvSpPr/>
          <p:nvPr/>
        </p:nvSpPr>
        <p:spPr>
          <a:xfrm>
            <a:off x="10651688" y="7527230"/>
            <a:ext cx="1207090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36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Channel Shuffle </a:t>
            </a:r>
            <a:endParaRPr lang="zh-CN" altLang="en-US" sz="1036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2" name="流程图: 或者 131">
            <a:extLst>
              <a:ext uri="{FF2B5EF4-FFF2-40B4-BE49-F238E27FC236}">
                <a16:creationId xmlns:a16="http://schemas.microsoft.com/office/drawing/2014/main" id="{F22CC9A6-1762-4D81-9005-47591B7E884C}"/>
              </a:ext>
            </a:extLst>
          </p:cNvPr>
          <p:cNvSpPr/>
          <p:nvPr/>
        </p:nvSpPr>
        <p:spPr>
          <a:xfrm>
            <a:off x="11131267" y="8029994"/>
            <a:ext cx="251121" cy="249913"/>
          </a:xfrm>
          <a:prstGeom prst="flowChar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1"/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F0C697FF-3AF0-4137-B012-501C0D8B2764}"/>
              </a:ext>
            </a:extLst>
          </p:cNvPr>
          <p:cNvSpPr txBox="1"/>
          <p:nvPr/>
        </p:nvSpPr>
        <p:spPr>
          <a:xfrm>
            <a:off x="11775799" y="8067610"/>
            <a:ext cx="1250663" cy="41043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67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 </a:t>
            </a:r>
            <a:r>
              <a:rPr lang="en-US" altLang="zh-CN" sz="2067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SLCB</a:t>
            </a:r>
            <a:endParaRPr lang="zh-CN" altLang="en-US" sz="2067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6E88C940-792C-4BBC-BD14-86BD744FF8E8}"/>
              </a:ext>
            </a:extLst>
          </p:cNvPr>
          <p:cNvSpPr txBox="1"/>
          <p:nvPr/>
        </p:nvSpPr>
        <p:spPr>
          <a:xfrm>
            <a:off x="12187302" y="7502339"/>
            <a:ext cx="867625" cy="3588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54" dirty="0">
                <a:latin typeface="Times New Roman" panose="02020603050405020304" pitchFamily="18" charset="0"/>
                <a:cs typeface="Times New Roman" panose="02020603050405020304" pitchFamily="18" charset="0"/>
              </a:rPr>
              <a:t>(h) </a:t>
            </a:r>
            <a:r>
              <a:rPr lang="en-US" altLang="zh-CN" sz="1654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</a:t>
            </a:r>
            <a:endParaRPr lang="zh-CN" altLang="en-US" sz="1654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4" name="矩形: 圆角 143">
            <a:extLst>
              <a:ext uri="{FF2B5EF4-FFF2-40B4-BE49-F238E27FC236}">
                <a16:creationId xmlns:a16="http://schemas.microsoft.com/office/drawing/2014/main" id="{DEECECD7-0EA2-4407-83EB-09398263E5A4}"/>
              </a:ext>
            </a:extLst>
          </p:cNvPr>
          <p:cNvSpPr/>
          <p:nvPr/>
        </p:nvSpPr>
        <p:spPr>
          <a:xfrm>
            <a:off x="6810016" y="1086227"/>
            <a:ext cx="1059575" cy="2439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LN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5" name="矩形: 圆角 144">
            <a:extLst>
              <a:ext uri="{FF2B5EF4-FFF2-40B4-BE49-F238E27FC236}">
                <a16:creationId xmlns:a16="http://schemas.microsoft.com/office/drawing/2014/main" id="{F829EF0F-1F1D-40DF-9B10-FBBBB96953F2}"/>
              </a:ext>
            </a:extLst>
          </p:cNvPr>
          <p:cNvSpPr/>
          <p:nvPr/>
        </p:nvSpPr>
        <p:spPr>
          <a:xfrm>
            <a:off x="6105578" y="1611542"/>
            <a:ext cx="1059575" cy="2439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Linear Layer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6" name="矩形: 圆角 145">
            <a:extLst>
              <a:ext uri="{FF2B5EF4-FFF2-40B4-BE49-F238E27FC236}">
                <a16:creationId xmlns:a16="http://schemas.microsoft.com/office/drawing/2014/main" id="{CD9997E4-E5B1-40AD-8521-6C2E4FE348AD}"/>
              </a:ext>
            </a:extLst>
          </p:cNvPr>
          <p:cNvSpPr/>
          <p:nvPr/>
        </p:nvSpPr>
        <p:spPr>
          <a:xfrm>
            <a:off x="6105578" y="1857094"/>
            <a:ext cx="1059575" cy="2439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DWC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7" name="矩形: 圆角 146">
            <a:extLst>
              <a:ext uri="{FF2B5EF4-FFF2-40B4-BE49-F238E27FC236}">
                <a16:creationId xmlns:a16="http://schemas.microsoft.com/office/drawing/2014/main" id="{51CFC538-BF99-4016-A5BB-F665A789FCA2}"/>
              </a:ext>
            </a:extLst>
          </p:cNvPr>
          <p:cNvSpPr/>
          <p:nvPr/>
        </p:nvSpPr>
        <p:spPr>
          <a:xfrm>
            <a:off x="6105578" y="2102620"/>
            <a:ext cx="1059575" cy="2439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ReLU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8" name="矩形: 圆角 147">
            <a:extLst>
              <a:ext uri="{FF2B5EF4-FFF2-40B4-BE49-F238E27FC236}">
                <a16:creationId xmlns:a16="http://schemas.microsoft.com/office/drawing/2014/main" id="{A8FE2531-966A-4302-95A4-E53F665F91A2}"/>
              </a:ext>
            </a:extLst>
          </p:cNvPr>
          <p:cNvSpPr/>
          <p:nvPr/>
        </p:nvSpPr>
        <p:spPr>
          <a:xfrm>
            <a:off x="6105578" y="2345755"/>
            <a:ext cx="1059575" cy="2439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SS2D</a:t>
            </a:r>
          </a:p>
        </p:txBody>
      </p:sp>
      <p:sp>
        <p:nvSpPr>
          <p:cNvPr id="149" name="矩形: 圆角 148">
            <a:extLst>
              <a:ext uri="{FF2B5EF4-FFF2-40B4-BE49-F238E27FC236}">
                <a16:creationId xmlns:a16="http://schemas.microsoft.com/office/drawing/2014/main" id="{7F16CF37-0B52-42BC-8E74-727389640FA8}"/>
              </a:ext>
            </a:extLst>
          </p:cNvPr>
          <p:cNvSpPr/>
          <p:nvPr/>
        </p:nvSpPr>
        <p:spPr>
          <a:xfrm>
            <a:off x="6105578" y="2586580"/>
            <a:ext cx="1059575" cy="2439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LN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0" name="流程图: 汇总连接 149">
            <a:extLst>
              <a:ext uri="{FF2B5EF4-FFF2-40B4-BE49-F238E27FC236}">
                <a16:creationId xmlns:a16="http://schemas.microsoft.com/office/drawing/2014/main" id="{6197767C-AFFB-45DE-A0CA-22E74587795C}"/>
              </a:ext>
            </a:extLst>
          </p:cNvPr>
          <p:cNvSpPr/>
          <p:nvPr/>
        </p:nvSpPr>
        <p:spPr>
          <a:xfrm>
            <a:off x="7197335" y="2966812"/>
            <a:ext cx="259194" cy="245934"/>
          </a:xfrm>
          <a:prstGeom prst="flowChartSummingJunctio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1" dirty="0"/>
          </a:p>
        </p:txBody>
      </p:sp>
      <p:sp>
        <p:nvSpPr>
          <p:cNvPr id="151" name="矩形: 圆角 150">
            <a:extLst>
              <a:ext uri="{FF2B5EF4-FFF2-40B4-BE49-F238E27FC236}">
                <a16:creationId xmlns:a16="http://schemas.microsoft.com/office/drawing/2014/main" id="{35E73AAA-D56A-4DFF-A9A3-26560A067504}"/>
              </a:ext>
            </a:extLst>
          </p:cNvPr>
          <p:cNvSpPr/>
          <p:nvPr/>
        </p:nvSpPr>
        <p:spPr>
          <a:xfrm>
            <a:off x="7587861" y="1996398"/>
            <a:ext cx="1059575" cy="2439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Linear Layer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2" name="矩形: 圆角 151">
            <a:extLst>
              <a:ext uri="{FF2B5EF4-FFF2-40B4-BE49-F238E27FC236}">
                <a16:creationId xmlns:a16="http://schemas.microsoft.com/office/drawing/2014/main" id="{BAAB3683-8262-46DB-8552-36909EE0EFCE}"/>
              </a:ext>
            </a:extLst>
          </p:cNvPr>
          <p:cNvSpPr/>
          <p:nvPr/>
        </p:nvSpPr>
        <p:spPr>
          <a:xfrm>
            <a:off x="7587861" y="2241925"/>
            <a:ext cx="1059575" cy="2439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ReLU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3" name="矩形: 圆角 152">
            <a:extLst>
              <a:ext uri="{FF2B5EF4-FFF2-40B4-BE49-F238E27FC236}">
                <a16:creationId xmlns:a16="http://schemas.microsoft.com/office/drawing/2014/main" id="{1038A4ED-004B-4396-B93A-B5E625B66F87}"/>
              </a:ext>
            </a:extLst>
          </p:cNvPr>
          <p:cNvSpPr/>
          <p:nvPr/>
        </p:nvSpPr>
        <p:spPr>
          <a:xfrm>
            <a:off x="6798470" y="3335155"/>
            <a:ext cx="1059574" cy="243919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Linear Layer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6" name="直接箭头连接符 175">
            <a:extLst>
              <a:ext uri="{FF2B5EF4-FFF2-40B4-BE49-F238E27FC236}">
                <a16:creationId xmlns:a16="http://schemas.microsoft.com/office/drawing/2014/main" id="{2C7E1416-1CF5-4751-AC11-128749F2C55E}"/>
              </a:ext>
            </a:extLst>
          </p:cNvPr>
          <p:cNvCxnSpPr>
            <a:cxnSpLocks/>
            <a:stCxn id="150" idx="4"/>
            <a:endCxn id="153" idx="0"/>
          </p:cNvCxnSpPr>
          <p:nvPr/>
        </p:nvCxnSpPr>
        <p:spPr>
          <a:xfrm>
            <a:off x="7326943" y="3212750"/>
            <a:ext cx="1315" cy="12242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流程图: 或者 178">
            <a:extLst>
              <a:ext uri="{FF2B5EF4-FFF2-40B4-BE49-F238E27FC236}">
                <a16:creationId xmlns:a16="http://schemas.microsoft.com/office/drawing/2014/main" id="{0686458C-9EA8-49C4-9CD5-4A0862387BE7}"/>
              </a:ext>
            </a:extLst>
          </p:cNvPr>
          <p:cNvSpPr/>
          <p:nvPr/>
        </p:nvSpPr>
        <p:spPr>
          <a:xfrm>
            <a:off x="7201378" y="3699514"/>
            <a:ext cx="251119" cy="249914"/>
          </a:xfrm>
          <a:prstGeom prst="flowChar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1"/>
          </a:p>
        </p:txBody>
      </p:sp>
      <p:cxnSp>
        <p:nvCxnSpPr>
          <p:cNvPr id="180" name="直接箭头连接符 179">
            <a:extLst>
              <a:ext uri="{FF2B5EF4-FFF2-40B4-BE49-F238E27FC236}">
                <a16:creationId xmlns:a16="http://schemas.microsoft.com/office/drawing/2014/main" id="{BB32C3FC-B634-4E2B-B5AB-E454F8D6ACDF}"/>
              </a:ext>
            </a:extLst>
          </p:cNvPr>
          <p:cNvCxnSpPr>
            <a:cxnSpLocks/>
            <a:stCxn id="153" idx="2"/>
            <a:endCxn id="179" idx="0"/>
          </p:cNvCxnSpPr>
          <p:nvPr/>
        </p:nvCxnSpPr>
        <p:spPr>
          <a:xfrm flipH="1">
            <a:off x="7326943" y="3579093"/>
            <a:ext cx="1315" cy="12043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直接箭头连接符 184">
            <a:extLst>
              <a:ext uri="{FF2B5EF4-FFF2-40B4-BE49-F238E27FC236}">
                <a16:creationId xmlns:a16="http://schemas.microsoft.com/office/drawing/2014/main" id="{0CBBE6B7-AEE6-492E-B09C-D3B61E3535FB}"/>
              </a:ext>
            </a:extLst>
          </p:cNvPr>
          <p:cNvCxnSpPr>
            <a:cxnSpLocks/>
            <a:stCxn id="179" idx="4"/>
          </p:cNvCxnSpPr>
          <p:nvPr/>
        </p:nvCxnSpPr>
        <p:spPr>
          <a:xfrm>
            <a:off x="7326943" y="3949433"/>
            <a:ext cx="1315" cy="21269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5D034174-454A-45A1-B93C-869FFEBC11BB}"/>
              </a:ext>
            </a:extLst>
          </p:cNvPr>
          <p:cNvSpPr txBox="1"/>
          <p:nvPr/>
        </p:nvSpPr>
        <p:spPr>
          <a:xfrm>
            <a:off x="7495462" y="4436876"/>
            <a:ext cx="1751502" cy="4245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67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r>
              <a:rPr lang="en-US" altLang="zh-CN" sz="2067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VSS Block</a:t>
            </a:r>
            <a:endParaRPr lang="zh-CN" altLang="en-US" sz="2067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7BD2D6CB-0AB8-40BD-B47D-9D023D7CC18E}"/>
              </a:ext>
            </a:extLst>
          </p:cNvPr>
          <p:cNvSpPr txBox="1"/>
          <p:nvPr/>
        </p:nvSpPr>
        <p:spPr>
          <a:xfrm>
            <a:off x="17432182" y="5909364"/>
            <a:ext cx="912400" cy="4245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67" dirty="0">
                <a:latin typeface="Times New Roman" panose="02020603050405020304" pitchFamily="18" charset="0"/>
                <a:cs typeface="Times New Roman" panose="02020603050405020304" pitchFamily="18" charset="0"/>
              </a:rPr>
              <a:t>(e) </a:t>
            </a:r>
            <a:r>
              <a:rPr lang="en-US" altLang="zh-CN" sz="2067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</a:t>
            </a:r>
            <a:endParaRPr lang="zh-CN" altLang="en-US" sz="2067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3" name="矩形: 圆角 202">
            <a:extLst>
              <a:ext uri="{FF2B5EF4-FFF2-40B4-BE49-F238E27FC236}">
                <a16:creationId xmlns:a16="http://schemas.microsoft.com/office/drawing/2014/main" id="{AAA2E79E-0D10-487E-9519-3A79D19D63AB}"/>
              </a:ext>
            </a:extLst>
          </p:cNvPr>
          <p:cNvSpPr/>
          <p:nvPr/>
        </p:nvSpPr>
        <p:spPr>
          <a:xfrm>
            <a:off x="15281314" y="662353"/>
            <a:ext cx="1059575" cy="2439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5" name="矩形: 圆角 204">
            <a:extLst>
              <a:ext uri="{FF2B5EF4-FFF2-40B4-BE49-F238E27FC236}">
                <a16:creationId xmlns:a16="http://schemas.microsoft.com/office/drawing/2014/main" id="{E2E752A3-AE57-4D6A-B77F-3D317B26734D}"/>
              </a:ext>
            </a:extLst>
          </p:cNvPr>
          <p:cNvSpPr/>
          <p:nvPr/>
        </p:nvSpPr>
        <p:spPr>
          <a:xfrm>
            <a:off x="15280679" y="1398075"/>
            <a:ext cx="1059575" cy="2439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Full Connect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6" name="矩形: 圆角 205">
            <a:extLst>
              <a:ext uri="{FF2B5EF4-FFF2-40B4-BE49-F238E27FC236}">
                <a16:creationId xmlns:a16="http://schemas.microsoft.com/office/drawing/2014/main" id="{8E902D00-522D-47E7-AB43-21FDA138D007}"/>
              </a:ext>
            </a:extLst>
          </p:cNvPr>
          <p:cNvSpPr/>
          <p:nvPr/>
        </p:nvSpPr>
        <p:spPr>
          <a:xfrm>
            <a:off x="15281314" y="1151350"/>
            <a:ext cx="1059575" cy="2439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GeLU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9" name="矩形: 圆角 208">
            <a:extLst>
              <a:ext uri="{FF2B5EF4-FFF2-40B4-BE49-F238E27FC236}">
                <a16:creationId xmlns:a16="http://schemas.microsoft.com/office/drawing/2014/main" id="{8175C45E-6168-4F66-AEE7-038870C33E8B}"/>
              </a:ext>
            </a:extLst>
          </p:cNvPr>
          <p:cNvSpPr/>
          <p:nvPr/>
        </p:nvSpPr>
        <p:spPr>
          <a:xfrm>
            <a:off x="15279872" y="3516993"/>
            <a:ext cx="1059574" cy="243919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Full Connect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0" name="矩形: 圆角 209">
            <a:extLst>
              <a:ext uri="{FF2B5EF4-FFF2-40B4-BE49-F238E27FC236}">
                <a16:creationId xmlns:a16="http://schemas.microsoft.com/office/drawing/2014/main" id="{0487718F-4477-4169-A2C8-2047A4B73478}"/>
              </a:ext>
            </a:extLst>
          </p:cNvPr>
          <p:cNvSpPr/>
          <p:nvPr/>
        </p:nvSpPr>
        <p:spPr>
          <a:xfrm>
            <a:off x="15280679" y="1982982"/>
            <a:ext cx="1059575" cy="2439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DWC 5x5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1" name="矩形: 圆角 210">
            <a:extLst>
              <a:ext uri="{FF2B5EF4-FFF2-40B4-BE49-F238E27FC236}">
                <a16:creationId xmlns:a16="http://schemas.microsoft.com/office/drawing/2014/main" id="{BD3C55FC-1BCC-4506-A342-305AB3481872}"/>
              </a:ext>
            </a:extLst>
          </p:cNvPr>
          <p:cNvSpPr/>
          <p:nvPr/>
        </p:nvSpPr>
        <p:spPr>
          <a:xfrm>
            <a:off x="15280680" y="2228442"/>
            <a:ext cx="1059575" cy="2439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 Strip Conv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2" name="矩形: 圆角 211">
            <a:extLst>
              <a:ext uri="{FF2B5EF4-FFF2-40B4-BE49-F238E27FC236}">
                <a16:creationId xmlns:a16="http://schemas.microsoft.com/office/drawing/2014/main" id="{D18FEA08-073F-47D7-A15B-B84A092A9899}"/>
              </a:ext>
            </a:extLst>
          </p:cNvPr>
          <p:cNvSpPr/>
          <p:nvPr/>
        </p:nvSpPr>
        <p:spPr>
          <a:xfrm>
            <a:off x="15280680" y="2472363"/>
            <a:ext cx="1059575" cy="2439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 Strip Conv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矩形: 圆角 212">
            <a:extLst>
              <a:ext uri="{FF2B5EF4-FFF2-40B4-BE49-F238E27FC236}">
                <a16:creationId xmlns:a16="http://schemas.microsoft.com/office/drawing/2014/main" id="{EFBEA1C8-1647-4C84-9C3B-E248E67097D6}"/>
              </a:ext>
            </a:extLst>
          </p:cNvPr>
          <p:cNvSpPr/>
          <p:nvPr/>
        </p:nvSpPr>
        <p:spPr>
          <a:xfrm>
            <a:off x="15279872" y="2714868"/>
            <a:ext cx="1059574" cy="243919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PWC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流程图: 汇总连接 213">
            <a:extLst>
              <a:ext uri="{FF2B5EF4-FFF2-40B4-BE49-F238E27FC236}">
                <a16:creationId xmlns:a16="http://schemas.microsoft.com/office/drawing/2014/main" id="{592D875B-A6F8-487D-966C-6B99C0C05C14}"/>
              </a:ext>
            </a:extLst>
          </p:cNvPr>
          <p:cNvSpPr/>
          <p:nvPr/>
        </p:nvSpPr>
        <p:spPr>
          <a:xfrm>
            <a:off x="15680274" y="3116501"/>
            <a:ext cx="259194" cy="245934"/>
          </a:xfrm>
          <a:prstGeom prst="flowChartSummingJunctio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1" dirty="0"/>
          </a:p>
        </p:txBody>
      </p:sp>
      <p:cxnSp>
        <p:nvCxnSpPr>
          <p:cNvPr id="245" name="直接箭头连接符 244">
            <a:extLst>
              <a:ext uri="{FF2B5EF4-FFF2-40B4-BE49-F238E27FC236}">
                <a16:creationId xmlns:a16="http://schemas.microsoft.com/office/drawing/2014/main" id="{A4D39DCA-982C-46AF-97C1-41CE410DD708}"/>
              </a:ext>
            </a:extLst>
          </p:cNvPr>
          <p:cNvCxnSpPr>
            <a:cxnSpLocks/>
            <a:stCxn id="213" idx="2"/>
            <a:endCxn id="214" idx="0"/>
          </p:cNvCxnSpPr>
          <p:nvPr/>
        </p:nvCxnSpPr>
        <p:spPr>
          <a:xfrm>
            <a:off x="15809661" y="2958787"/>
            <a:ext cx="222" cy="15771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直接箭头连接符 247">
            <a:extLst>
              <a:ext uri="{FF2B5EF4-FFF2-40B4-BE49-F238E27FC236}">
                <a16:creationId xmlns:a16="http://schemas.microsoft.com/office/drawing/2014/main" id="{51A1219A-F447-4CF0-AC29-7036FD9701D8}"/>
              </a:ext>
            </a:extLst>
          </p:cNvPr>
          <p:cNvCxnSpPr>
            <a:cxnSpLocks/>
            <a:stCxn id="214" idx="4"/>
            <a:endCxn id="209" idx="0"/>
          </p:cNvCxnSpPr>
          <p:nvPr/>
        </p:nvCxnSpPr>
        <p:spPr>
          <a:xfrm flipH="1">
            <a:off x="15809661" y="3362444"/>
            <a:ext cx="222" cy="15455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流程图: 或者 252">
            <a:extLst>
              <a:ext uri="{FF2B5EF4-FFF2-40B4-BE49-F238E27FC236}">
                <a16:creationId xmlns:a16="http://schemas.microsoft.com/office/drawing/2014/main" id="{49F17968-BB3C-4A76-8BEB-F6AC643A2D78}"/>
              </a:ext>
            </a:extLst>
          </p:cNvPr>
          <p:cNvSpPr/>
          <p:nvPr/>
        </p:nvSpPr>
        <p:spPr>
          <a:xfrm>
            <a:off x="15683394" y="3931921"/>
            <a:ext cx="251119" cy="249914"/>
          </a:xfrm>
          <a:prstGeom prst="flowChar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1"/>
          </a:p>
        </p:txBody>
      </p:sp>
      <p:sp>
        <p:nvSpPr>
          <p:cNvPr id="269" name="矩形: 圆角 268">
            <a:extLst>
              <a:ext uri="{FF2B5EF4-FFF2-40B4-BE49-F238E27FC236}">
                <a16:creationId xmlns:a16="http://schemas.microsoft.com/office/drawing/2014/main" id="{73DE45F7-3F59-4C82-8438-A30A46B0D7CF}"/>
              </a:ext>
            </a:extLst>
          </p:cNvPr>
          <p:cNvSpPr/>
          <p:nvPr/>
        </p:nvSpPr>
        <p:spPr>
          <a:xfrm>
            <a:off x="15282687" y="4305179"/>
            <a:ext cx="1059574" cy="243919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0" name="矩形: 圆角 269">
            <a:extLst>
              <a:ext uri="{FF2B5EF4-FFF2-40B4-BE49-F238E27FC236}">
                <a16:creationId xmlns:a16="http://schemas.microsoft.com/office/drawing/2014/main" id="{17D39D9B-5901-47F0-A912-E4D1D37A0F76}"/>
              </a:ext>
            </a:extLst>
          </p:cNvPr>
          <p:cNvSpPr/>
          <p:nvPr/>
        </p:nvSpPr>
        <p:spPr>
          <a:xfrm>
            <a:off x="15282687" y="4751599"/>
            <a:ext cx="1059574" cy="243919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Full Connect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71" name="直接箭头连接符 270">
            <a:extLst>
              <a:ext uri="{FF2B5EF4-FFF2-40B4-BE49-F238E27FC236}">
                <a16:creationId xmlns:a16="http://schemas.microsoft.com/office/drawing/2014/main" id="{6EA9024D-6B6D-484B-B74D-6841188D7555}"/>
              </a:ext>
            </a:extLst>
          </p:cNvPr>
          <p:cNvCxnSpPr>
            <a:cxnSpLocks/>
            <a:stCxn id="253" idx="4"/>
            <a:endCxn id="269" idx="0"/>
          </p:cNvCxnSpPr>
          <p:nvPr/>
        </p:nvCxnSpPr>
        <p:spPr>
          <a:xfrm>
            <a:off x="15808954" y="4181836"/>
            <a:ext cx="3521" cy="12334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流程图: 或者 279">
            <a:extLst>
              <a:ext uri="{FF2B5EF4-FFF2-40B4-BE49-F238E27FC236}">
                <a16:creationId xmlns:a16="http://schemas.microsoft.com/office/drawing/2014/main" id="{CDA4E25D-0D19-44BA-9CA7-9930C3658064}"/>
              </a:ext>
            </a:extLst>
          </p:cNvPr>
          <p:cNvSpPr/>
          <p:nvPr/>
        </p:nvSpPr>
        <p:spPr>
          <a:xfrm>
            <a:off x="15686909" y="5860699"/>
            <a:ext cx="251119" cy="249914"/>
          </a:xfrm>
          <a:prstGeom prst="flowChar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1"/>
          </a:p>
        </p:txBody>
      </p:sp>
      <p:cxnSp>
        <p:nvCxnSpPr>
          <p:cNvPr id="284" name="直接箭头连接符 283">
            <a:extLst>
              <a:ext uri="{FF2B5EF4-FFF2-40B4-BE49-F238E27FC236}">
                <a16:creationId xmlns:a16="http://schemas.microsoft.com/office/drawing/2014/main" id="{E6054A0C-F4D8-49C4-B99D-57608762992F}"/>
              </a:ext>
            </a:extLst>
          </p:cNvPr>
          <p:cNvCxnSpPr>
            <a:cxnSpLocks/>
          </p:cNvCxnSpPr>
          <p:nvPr/>
        </p:nvCxnSpPr>
        <p:spPr>
          <a:xfrm>
            <a:off x="15816040" y="6110613"/>
            <a:ext cx="0" cy="9373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直接箭头连接符 328">
            <a:extLst>
              <a:ext uri="{FF2B5EF4-FFF2-40B4-BE49-F238E27FC236}">
                <a16:creationId xmlns:a16="http://schemas.microsoft.com/office/drawing/2014/main" id="{5E211579-322B-4CE3-B9DA-D1FB4D757E85}"/>
              </a:ext>
            </a:extLst>
          </p:cNvPr>
          <p:cNvCxnSpPr>
            <a:cxnSpLocks/>
            <a:stCxn id="209" idx="2"/>
            <a:endCxn id="253" idx="0"/>
          </p:cNvCxnSpPr>
          <p:nvPr/>
        </p:nvCxnSpPr>
        <p:spPr>
          <a:xfrm flipH="1">
            <a:off x="15808955" y="3760910"/>
            <a:ext cx="696" cy="17100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文本框 354">
            <a:extLst>
              <a:ext uri="{FF2B5EF4-FFF2-40B4-BE49-F238E27FC236}">
                <a16:creationId xmlns:a16="http://schemas.microsoft.com/office/drawing/2014/main" id="{7DCCE4E2-243A-4256-9F00-9B3B62AF4450}"/>
              </a:ext>
            </a:extLst>
          </p:cNvPr>
          <p:cNvSpPr txBox="1"/>
          <p:nvPr/>
        </p:nvSpPr>
        <p:spPr>
          <a:xfrm>
            <a:off x="16670019" y="3567099"/>
            <a:ext cx="1522657" cy="3588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54" dirty="0">
                <a:latin typeface="Times New Roman" panose="02020603050405020304" pitchFamily="18" charset="0"/>
                <a:cs typeface="Times New Roman" panose="02020603050405020304" pitchFamily="18" charset="0"/>
              </a:rPr>
              <a:t>(i) </a:t>
            </a:r>
            <a:r>
              <a:rPr lang="en-US" altLang="zh-CN" sz="1654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Strip Block</a:t>
            </a:r>
            <a:endParaRPr lang="zh-CN" altLang="en-US" sz="1654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6" name="文本框 365">
            <a:extLst>
              <a:ext uri="{FF2B5EF4-FFF2-40B4-BE49-F238E27FC236}">
                <a16:creationId xmlns:a16="http://schemas.microsoft.com/office/drawing/2014/main" id="{3C6BB25D-24E5-4F63-846A-5F4128E95B1B}"/>
              </a:ext>
            </a:extLst>
          </p:cNvPr>
          <p:cNvSpPr txBox="1"/>
          <p:nvPr/>
        </p:nvSpPr>
        <p:spPr>
          <a:xfrm>
            <a:off x="16365168" y="3067109"/>
            <a:ext cx="1706728" cy="3588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54" dirty="0">
                <a:latin typeface="Times New Roman" panose="02020603050405020304" pitchFamily="18" charset="0"/>
                <a:cs typeface="Times New Roman" panose="02020603050405020304" pitchFamily="18" charset="0"/>
              </a:rPr>
              <a:t>(j) </a:t>
            </a:r>
            <a:r>
              <a:rPr lang="en-US" altLang="zh-CN" sz="1654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Strip Module</a:t>
            </a:r>
            <a:endParaRPr lang="zh-CN" altLang="en-US" sz="1654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4" name="流程图: 汇总连接 193">
            <a:extLst>
              <a:ext uri="{FF2B5EF4-FFF2-40B4-BE49-F238E27FC236}">
                <a16:creationId xmlns:a16="http://schemas.microsoft.com/office/drawing/2014/main" id="{7E8B1D4D-F1E2-4E5E-9E77-C2DC81EEBBF2}"/>
              </a:ext>
            </a:extLst>
          </p:cNvPr>
          <p:cNvSpPr/>
          <p:nvPr/>
        </p:nvSpPr>
        <p:spPr>
          <a:xfrm>
            <a:off x="13524962" y="7462452"/>
            <a:ext cx="262054" cy="249672"/>
          </a:xfrm>
          <a:prstGeom prst="flowChartSummingJunctio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1" dirty="0"/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164E292F-4C7C-4A08-A93C-11A64B999E83}"/>
              </a:ext>
            </a:extLst>
          </p:cNvPr>
          <p:cNvSpPr txBox="1"/>
          <p:nvPr/>
        </p:nvSpPr>
        <p:spPr>
          <a:xfrm>
            <a:off x="13782727" y="7409955"/>
            <a:ext cx="1844367" cy="3588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54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Hadamard Product</a:t>
            </a:r>
            <a:endParaRPr lang="zh-CN" altLang="en-US" sz="1654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8" name="流程图: 或者 197">
            <a:extLst>
              <a:ext uri="{FF2B5EF4-FFF2-40B4-BE49-F238E27FC236}">
                <a16:creationId xmlns:a16="http://schemas.microsoft.com/office/drawing/2014/main" id="{BA376CCC-9D42-494A-AC76-9EA16B0D54CD}"/>
              </a:ext>
            </a:extLst>
          </p:cNvPr>
          <p:cNvSpPr/>
          <p:nvPr/>
        </p:nvSpPr>
        <p:spPr>
          <a:xfrm>
            <a:off x="13532703" y="7120694"/>
            <a:ext cx="253893" cy="253712"/>
          </a:xfrm>
          <a:prstGeom prst="flowChar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1"/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7B5AEF44-39B5-42D6-BC13-310ADC83042C}"/>
              </a:ext>
            </a:extLst>
          </p:cNvPr>
          <p:cNvSpPr txBox="1"/>
          <p:nvPr/>
        </p:nvSpPr>
        <p:spPr>
          <a:xfrm>
            <a:off x="13798783" y="7120083"/>
            <a:ext cx="1759263" cy="3588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54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Bit-wise Addition</a:t>
            </a:r>
            <a:endParaRPr lang="zh-CN" altLang="en-US" sz="1654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8" name="椭圆 207">
            <a:extLst>
              <a:ext uri="{FF2B5EF4-FFF2-40B4-BE49-F238E27FC236}">
                <a16:creationId xmlns:a16="http://schemas.microsoft.com/office/drawing/2014/main" id="{DC7392FF-EBBC-440F-8B2B-6D7D37CD1EA0}"/>
              </a:ext>
            </a:extLst>
          </p:cNvPr>
          <p:cNvSpPr/>
          <p:nvPr/>
        </p:nvSpPr>
        <p:spPr>
          <a:xfrm>
            <a:off x="13539360" y="6746293"/>
            <a:ext cx="262054" cy="24967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61" dirty="0">
                <a:solidFill>
                  <a:schemeClr val="tx1"/>
                </a:solidFill>
                <a:latin typeface="+mn-ea"/>
              </a:rPr>
              <a:t>c</a:t>
            </a:r>
            <a:endParaRPr lang="zh-CN" altLang="en-US" sz="1861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654B2318-C228-4BE2-8F74-06D47B52F611}"/>
              </a:ext>
            </a:extLst>
          </p:cNvPr>
          <p:cNvSpPr txBox="1"/>
          <p:nvPr/>
        </p:nvSpPr>
        <p:spPr>
          <a:xfrm>
            <a:off x="13754967" y="6740318"/>
            <a:ext cx="1514364" cy="3588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54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Concatenation</a:t>
            </a:r>
            <a:endParaRPr lang="zh-CN" altLang="en-US" sz="1654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3" name="矩形: 圆角 242">
            <a:extLst>
              <a:ext uri="{FF2B5EF4-FFF2-40B4-BE49-F238E27FC236}">
                <a16:creationId xmlns:a16="http://schemas.microsoft.com/office/drawing/2014/main" id="{153F5B4F-3824-4FE4-8E99-2D7B2F463BBA}"/>
              </a:ext>
            </a:extLst>
          </p:cNvPr>
          <p:cNvSpPr/>
          <p:nvPr/>
        </p:nvSpPr>
        <p:spPr>
          <a:xfrm>
            <a:off x="15653116" y="7493015"/>
            <a:ext cx="518831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36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AAP </a:t>
            </a:r>
            <a:endParaRPr lang="zh-CN" altLang="en-US" sz="1036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6" name="矩形: 圆角 245">
            <a:extLst>
              <a:ext uri="{FF2B5EF4-FFF2-40B4-BE49-F238E27FC236}">
                <a16:creationId xmlns:a16="http://schemas.microsoft.com/office/drawing/2014/main" id="{941938F4-3AA8-4223-AF7F-992F40416736}"/>
              </a:ext>
            </a:extLst>
          </p:cNvPr>
          <p:cNvSpPr/>
          <p:nvPr/>
        </p:nvSpPr>
        <p:spPr>
          <a:xfrm>
            <a:off x="15656946" y="7171263"/>
            <a:ext cx="518831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36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AMP </a:t>
            </a:r>
            <a:endParaRPr lang="zh-CN" altLang="en-US" sz="1036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7" name="文本框 246">
            <a:extLst>
              <a:ext uri="{FF2B5EF4-FFF2-40B4-BE49-F238E27FC236}">
                <a16:creationId xmlns:a16="http://schemas.microsoft.com/office/drawing/2014/main" id="{09A1347D-459C-428B-9A2B-F4BC0ED77D17}"/>
              </a:ext>
            </a:extLst>
          </p:cNvPr>
          <p:cNvSpPr txBox="1"/>
          <p:nvPr/>
        </p:nvSpPr>
        <p:spPr>
          <a:xfrm>
            <a:off x="16148068" y="7452932"/>
            <a:ext cx="2196922" cy="3260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48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Adapted Average Pooling</a:t>
            </a:r>
            <a:endParaRPr lang="zh-CN" altLang="en-US" sz="1448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9" name="文本框 248">
            <a:extLst>
              <a:ext uri="{FF2B5EF4-FFF2-40B4-BE49-F238E27FC236}">
                <a16:creationId xmlns:a16="http://schemas.microsoft.com/office/drawing/2014/main" id="{FCE74F4F-5FBF-43AE-AAB7-3AAF99C9CD84}"/>
              </a:ext>
            </a:extLst>
          </p:cNvPr>
          <p:cNvSpPr txBox="1"/>
          <p:nvPr/>
        </p:nvSpPr>
        <p:spPr>
          <a:xfrm>
            <a:off x="16148062" y="7103754"/>
            <a:ext cx="1923303" cy="3260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48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Adapted Max Pooling</a:t>
            </a:r>
            <a:endParaRPr lang="zh-CN" altLang="en-US" sz="1448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0" name="矩形: 圆角 249">
            <a:extLst>
              <a:ext uri="{FF2B5EF4-FFF2-40B4-BE49-F238E27FC236}">
                <a16:creationId xmlns:a16="http://schemas.microsoft.com/office/drawing/2014/main" id="{18E0EFAC-888B-401B-B620-628956BA1B98}"/>
              </a:ext>
            </a:extLst>
          </p:cNvPr>
          <p:cNvSpPr/>
          <p:nvPr/>
        </p:nvSpPr>
        <p:spPr>
          <a:xfrm>
            <a:off x="15663596" y="6813543"/>
            <a:ext cx="518831" cy="234593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36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 </a:t>
            </a:r>
            <a:endParaRPr lang="zh-CN" altLang="en-US" sz="1036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1" name="文本框 250">
            <a:extLst>
              <a:ext uri="{FF2B5EF4-FFF2-40B4-BE49-F238E27FC236}">
                <a16:creationId xmlns:a16="http://schemas.microsoft.com/office/drawing/2014/main" id="{69168B35-9185-49BD-A74C-F753A37555C5}"/>
              </a:ext>
            </a:extLst>
          </p:cNvPr>
          <p:cNvSpPr txBox="1"/>
          <p:nvPr/>
        </p:nvSpPr>
        <p:spPr>
          <a:xfrm>
            <a:off x="16196782" y="6778065"/>
            <a:ext cx="2244019" cy="2930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4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Segmentation Heads Conv 1x1</a:t>
            </a:r>
            <a:endParaRPr lang="zh-CN" altLang="en-US" sz="1241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2" name="矩形: 圆角 301">
            <a:extLst>
              <a:ext uri="{FF2B5EF4-FFF2-40B4-BE49-F238E27FC236}">
                <a16:creationId xmlns:a16="http://schemas.microsoft.com/office/drawing/2014/main" id="{262F72C3-C8A1-4412-B08D-398F2612B5D9}"/>
              </a:ext>
            </a:extLst>
          </p:cNvPr>
          <p:cNvSpPr/>
          <p:nvPr/>
        </p:nvSpPr>
        <p:spPr>
          <a:xfrm>
            <a:off x="10651687" y="7148313"/>
            <a:ext cx="1207090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36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PWC C, BN</a:t>
            </a:r>
            <a:endParaRPr lang="zh-CN" altLang="en-US" sz="1036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8" name="矩形: 圆角 307">
            <a:extLst>
              <a:ext uri="{FF2B5EF4-FFF2-40B4-BE49-F238E27FC236}">
                <a16:creationId xmlns:a16="http://schemas.microsoft.com/office/drawing/2014/main" id="{533FD14D-C158-4D9C-AD71-7423595C4B75}"/>
              </a:ext>
            </a:extLst>
          </p:cNvPr>
          <p:cNvSpPr/>
          <p:nvPr/>
        </p:nvSpPr>
        <p:spPr>
          <a:xfrm>
            <a:off x="10650244" y="5356313"/>
            <a:ext cx="1207090" cy="23459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36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PWC, Cx2</a:t>
            </a:r>
            <a:endParaRPr lang="zh-CN" altLang="en-US" sz="1036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9" name="矩形: 圆角 308">
            <a:extLst>
              <a:ext uri="{FF2B5EF4-FFF2-40B4-BE49-F238E27FC236}">
                <a16:creationId xmlns:a16="http://schemas.microsoft.com/office/drawing/2014/main" id="{E5E6F93A-8F91-4213-8749-C6922E30E447}"/>
              </a:ext>
            </a:extLst>
          </p:cNvPr>
          <p:cNvSpPr/>
          <p:nvPr/>
        </p:nvSpPr>
        <p:spPr>
          <a:xfrm>
            <a:off x="10650244" y="5589303"/>
            <a:ext cx="1207090" cy="234591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36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BN, ReLU6</a:t>
            </a:r>
            <a:endParaRPr lang="zh-CN" altLang="en-US" sz="1036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0" name="直接箭头连接符 309">
            <a:extLst>
              <a:ext uri="{FF2B5EF4-FFF2-40B4-BE49-F238E27FC236}">
                <a16:creationId xmlns:a16="http://schemas.microsoft.com/office/drawing/2014/main" id="{C904DD09-70A9-411B-A58A-461DA062DB8F}"/>
              </a:ext>
            </a:extLst>
          </p:cNvPr>
          <p:cNvCxnSpPr>
            <a:cxnSpLocks/>
            <a:stCxn id="119" idx="2"/>
            <a:endCxn id="308" idx="0"/>
          </p:cNvCxnSpPr>
          <p:nvPr/>
        </p:nvCxnSpPr>
        <p:spPr>
          <a:xfrm flipH="1">
            <a:off x="11253778" y="5088809"/>
            <a:ext cx="1457" cy="26751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连接符: 肘形 315">
            <a:extLst>
              <a:ext uri="{FF2B5EF4-FFF2-40B4-BE49-F238E27FC236}">
                <a16:creationId xmlns:a16="http://schemas.microsoft.com/office/drawing/2014/main" id="{CAD1452B-6539-4B1D-B8D4-0ACA48A8419A}"/>
              </a:ext>
            </a:extLst>
          </p:cNvPr>
          <p:cNvCxnSpPr>
            <a:cxnSpLocks/>
            <a:stCxn id="128" idx="0"/>
            <a:endCxn id="125" idx="0"/>
          </p:cNvCxnSpPr>
          <p:nvPr/>
        </p:nvCxnSpPr>
        <p:spPr>
          <a:xfrm rot="16200000" flipH="1">
            <a:off x="11253272" y="5088461"/>
            <a:ext cx="1008" cy="2114513"/>
          </a:xfrm>
          <a:prstGeom prst="bentConnector3">
            <a:avLst>
              <a:gd name="adj1" fmla="val -22678571"/>
            </a:avLst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7" name="流程图: 或者 326">
            <a:extLst>
              <a:ext uri="{FF2B5EF4-FFF2-40B4-BE49-F238E27FC236}">
                <a16:creationId xmlns:a16="http://schemas.microsoft.com/office/drawing/2014/main" id="{21AEADB2-74F2-4F94-AA91-B06A21E8FE2B}"/>
              </a:ext>
            </a:extLst>
          </p:cNvPr>
          <p:cNvSpPr/>
          <p:nvPr/>
        </p:nvSpPr>
        <p:spPr>
          <a:xfrm>
            <a:off x="11128217" y="6774345"/>
            <a:ext cx="251121" cy="249913"/>
          </a:xfrm>
          <a:prstGeom prst="flowChar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1"/>
          </a:p>
        </p:txBody>
      </p:sp>
      <p:sp>
        <p:nvSpPr>
          <p:cNvPr id="328" name="矩形: 圆角 327">
            <a:extLst>
              <a:ext uri="{FF2B5EF4-FFF2-40B4-BE49-F238E27FC236}">
                <a16:creationId xmlns:a16="http://schemas.microsoft.com/office/drawing/2014/main" id="{066857BE-C2A3-4CE4-B50F-A4A41CE6C32A}"/>
              </a:ext>
            </a:extLst>
          </p:cNvPr>
          <p:cNvSpPr/>
          <p:nvPr/>
        </p:nvSpPr>
        <p:spPr>
          <a:xfrm>
            <a:off x="9773545" y="6378015"/>
            <a:ext cx="840320" cy="23459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3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BN, ReLU6 </a:t>
            </a:r>
            <a:endParaRPr lang="zh-CN" altLang="en-US" sz="93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7" name="直接箭头连接符 336">
            <a:extLst>
              <a:ext uri="{FF2B5EF4-FFF2-40B4-BE49-F238E27FC236}">
                <a16:creationId xmlns:a16="http://schemas.microsoft.com/office/drawing/2014/main" id="{EADD3723-2C8E-4688-B0A8-94A4D5E6AC64}"/>
              </a:ext>
            </a:extLst>
          </p:cNvPr>
          <p:cNvCxnSpPr>
            <a:cxnSpLocks/>
            <a:stCxn id="309" idx="2"/>
            <a:endCxn id="122" idx="0"/>
          </p:cNvCxnSpPr>
          <p:nvPr/>
        </p:nvCxnSpPr>
        <p:spPr>
          <a:xfrm flipH="1">
            <a:off x="11253777" y="5823894"/>
            <a:ext cx="12" cy="32131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0" name="矩形: 圆角 359">
            <a:extLst>
              <a:ext uri="{FF2B5EF4-FFF2-40B4-BE49-F238E27FC236}">
                <a16:creationId xmlns:a16="http://schemas.microsoft.com/office/drawing/2014/main" id="{90DA1E38-FACE-4E4B-8F99-13D2DD60486C}"/>
              </a:ext>
            </a:extLst>
          </p:cNvPr>
          <p:cNvSpPr/>
          <p:nvPr/>
        </p:nvSpPr>
        <p:spPr>
          <a:xfrm>
            <a:off x="1146708" y="2600722"/>
            <a:ext cx="1370256" cy="503639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48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VSS Block *2</a:t>
            </a:r>
            <a:endParaRPr lang="zh-CN" altLang="en-US" sz="1448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1" name="矩形: 圆角 360">
            <a:extLst>
              <a:ext uri="{FF2B5EF4-FFF2-40B4-BE49-F238E27FC236}">
                <a16:creationId xmlns:a16="http://schemas.microsoft.com/office/drawing/2014/main" id="{2374549A-10C2-4CA4-B28E-516CA7654C20}"/>
              </a:ext>
            </a:extLst>
          </p:cNvPr>
          <p:cNvSpPr/>
          <p:nvPr/>
        </p:nvSpPr>
        <p:spPr>
          <a:xfrm>
            <a:off x="1146708" y="3109230"/>
            <a:ext cx="1370256" cy="327581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Patch Merging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2" name="流程图: 或者 361">
            <a:extLst>
              <a:ext uri="{FF2B5EF4-FFF2-40B4-BE49-F238E27FC236}">
                <a16:creationId xmlns:a16="http://schemas.microsoft.com/office/drawing/2014/main" id="{1C1D1FBD-3407-492D-8583-971EA640A9B1}"/>
              </a:ext>
            </a:extLst>
          </p:cNvPr>
          <p:cNvSpPr/>
          <p:nvPr/>
        </p:nvSpPr>
        <p:spPr>
          <a:xfrm>
            <a:off x="4549888" y="3755545"/>
            <a:ext cx="175001" cy="185575"/>
          </a:xfrm>
          <a:prstGeom prst="flowChar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1"/>
          </a:p>
        </p:txBody>
      </p:sp>
      <p:sp>
        <p:nvSpPr>
          <p:cNvPr id="363" name="矩形: 圆角 362">
            <a:extLst>
              <a:ext uri="{FF2B5EF4-FFF2-40B4-BE49-F238E27FC236}">
                <a16:creationId xmlns:a16="http://schemas.microsoft.com/office/drawing/2014/main" id="{BE20B049-4E59-486E-9736-6F53816A318A}"/>
              </a:ext>
            </a:extLst>
          </p:cNvPr>
          <p:cNvSpPr/>
          <p:nvPr/>
        </p:nvSpPr>
        <p:spPr>
          <a:xfrm>
            <a:off x="2825132" y="6731679"/>
            <a:ext cx="840972" cy="377958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48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SLGAG</a:t>
            </a:r>
            <a:endParaRPr lang="zh-CN" altLang="en-US" sz="1448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64" name="连接符: 肘形 363">
            <a:extLst>
              <a:ext uri="{FF2B5EF4-FFF2-40B4-BE49-F238E27FC236}">
                <a16:creationId xmlns:a16="http://schemas.microsoft.com/office/drawing/2014/main" id="{EAA537DB-6DB0-466A-B996-01863E0273A8}"/>
              </a:ext>
            </a:extLst>
          </p:cNvPr>
          <p:cNvCxnSpPr>
            <a:cxnSpLocks/>
            <a:stCxn id="398" idx="2"/>
            <a:endCxn id="363" idx="1"/>
          </p:cNvCxnSpPr>
          <p:nvPr/>
        </p:nvCxnSpPr>
        <p:spPr>
          <a:xfrm rot="16200000" flipH="1">
            <a:off x="2144462" y="6239986"/>
            <a:ext cx="364101" cy="997242"/>
          </a:xfrm>
          <a:prstGeom prst="bentConnector2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直接箭头连接符 364">
            <a:extLst>
              <a:ext uri="{FF2B5EF4-FFF2-40B4-BE49-F238E27FC236}">
                <a16:creationId xmlns:a16="http://schemas.microsoft.com/office/drawing/2014/main" id="{6D7A4BAD-1AE1-4F0C-BFBA-BA8BBEC17DB1}"/>
              </a:ext>
            </a:extLst>
          </p:cNvPr>
          <p:cNvCxnSpPr>
            <a:cxnSpLocks/>
            <a:stCxn id="398" idx="2"/>
            <a:endCxn id="399" idx="0"/>
          </p:cNvCxnSpPr>
          <p:nvPr/>
        </p:nvCxnSpPr>
        <p:spPr>
          <a:xfrm flipH="1">
            <a:off x="1827420" y="6556557"/>
            <a:ext cx="470" cy="65296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矩形: 圆角 366">
            <a:extLst>
              <a:ext uri="{FF2B5EF4-FFF2-40B4-BE49-F238E27FC236}">
                <a16:creationId xmlns:a16="http://schemas.microsoft.com/office/drawing/2014/main" id="{553D3468-FD1A-4FA9-B14D-49126C271416}"/>
              </a:ext>
            </a:extLst>
          </p:cNvPr>
          <p:cNvSpPr/>
          <p:nvPr/>
        </p:nvSpPr>
        <p:spPr>
          <a:xfrm>
            <a:off x="2861334" y="5196265"/>
            <a:ext cx="840972" cy="377957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48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SLGAG</a:t>
            </a:r>
            <a:endParaRPr lang="zh-CN" altLang="en-US" sz="1448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8" name="矩形: 圆角 367">
            <a:extLst>
              <a:ext uri="{FF2B5EF4-FFF2-40B4-BE49-F238E27FC236}">
                <a16:creationId xmlns:a16="http://schemas.microsoft.com/office/drawing/2014/main" id="{3DBBDB71-AE47-4F92-A3B1-B0D56C4A765A}"/>
              </a:ext>
            </a:extLst>
          </p:cNvPr>
          <p:cNvSpPr/>
          <p:nvPr/>
        </p:nvSpPr>
        <p:spPr>
          <a:xfrm>
            <a:off x="2872536" y="3655756"/>
            <a:ext cx="840972" cy="377957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48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SLGAG</a:t>
            </a:r>
            <a:endParaRPr lang="zh-CN" altLang="en-US" sz="1448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69" name="连接符: 肘形 368">
            <a:extLst>
              <a:ext uri="{FF2B5EF4-FFF2-40B4-BE49-F238E27FC236}">
                <a16:creationId xmlns:a16="http://schemas.microsoft.com/office/drawing/2014/main" id="{34C3CD85-7CDF-4613-A0EB-14D96BE5603E}"/>
              </a:ext>
            </a:extLst>
          </p:cNvPr>
          <p:cNvCxnSpPr>
            <a:cxnSpLocks/>
            <a:stCxn id="396" idx="2"/>
            <a:endCxn id="367" idx="1"/>
          </p:cNvCxnSpPr>
          <p:nvPr/>
        </p:nvCxnSpPr>
        <p:spPr>
          <a:xfrm rot="16200000" flipH="1">
            <a:off x="2153515" y="4677422"/>
            <a:ext cx="388153" cy="1027488"/>
          </a:xfrm>
          <a:prstGeom prst="bentConnector2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直接箭头连接符 369">
            <a:extLst>
              <a:ext uri="{FF2B5EF4-FFF2-40B4-BE49-F238E27FC236}">
                <a16:creationId xmlns:a16="http://schemas.microsoft.com/office/drawing/2014/main" id="{612C3528-FC69-4CDC-9B0A-C9088C770DCE}"/>
              </a:ext>
            </a:extLst>
          </p:cNvPr>
          <p:cNvCxnSpPr>
            <a:cxnSpLocks/>
            <a:stCxn id="396" idx="2"/>
            <a:endCxn id="397" idx="0"/>
          </p:cNvCxnSpPr>
          <p:nvPr/>
        </p:nvCxnSpPr>
        <p:spPr>
          <a:xfrm flipH="1">
            <a:off x="1831620" y="4997086"/>
            <a:ext cx="2228" cy="73045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1" name="连接符: 肘形 370">
            <a:extLst>
              <a:ext uri="{FF2B5EF4-FFF2-40B4-BE49-F238E27FC236}">
                <a16:creationId xmlns:a16="http://schemas.microsoft.com/office/drawing/2014/main" id="{9861BC18-240B-471E-8783-FCFBB11BC441}"/>
              </a:ext>
            </a:extLst>
          </p:cNvPr>
          <p:cNvCxnSpPr>
            <a:cxnSpLocks/>
            <a:stCxn id="361" idx="2"/>
            <a:endCxn id="368" idx="1"/>
          </p:cNvCxnSpPr>
          <p:nvPr/>
        </p:nvCxnSpPr>
        <p:spPr>
          <a:xfrm rot="16200000" flipH="1">
            <a:off x="2148224" y="3120422"/>
            <a:ext cx="407924" cy="1040700"/>
          </a:xfrm>
          <a:prstGeom prst="bentConnector2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直接箭头连接符 371">
            <a:extLst>
              <a:ext uri="{FF2B5EF4-FFF2-40B4-BE49-F238E27FC236}">
                <a16:creationId xmlns:a16="http://schemas.microsoft.com/office/drawing/2014/main" id="{827DCEBB-58CE-4436-8575-7559AED13851}"/>
              </a:ext>
            </a:extLst>
          </p:cNvPr>
          <p:cNvCxnSpPr>
            <a:cxnSpLocks/>
            <a:stCxn id="361" idx="2"/>
            <a:endCxn id="395" idx="0"/>
          </p:cNvCxnSpPr>
          <p:nvPr/>
        </p:nvCxnSpPr>
        <p:spPr>
          <a:xfrm flipH="1">
            <a:off x="1831434" y="3436805"/>
            <a:ext cx="396" cy="72411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流程图: 内部贮存 372">
            <a:extLst>
              <a:ext uri="{FF2B5EF4-FFF2-40B4-BE49-F238E27FC236}">
                <a16:creationId xmlns:a16="http://schemas.microsoft.com/office/drawing/2014/main" id="{868E55EC-5B71-4C0D-950F-56E6BA118C7C}"/>
              </a:ext>
            </a:extLst>
          </p:cNvPr>
          <p:cNvSpPr/>
          <p:nvPr/>
        </p:nvSpPr>
        <p:spPr>
          <a:xfrm>
            <a:off x="1448889" y="1005466"/>
            <a:ext cx="769914" cy="781822"/>
          </a:xfrm>
          <a:prstGeom prst="flowChartInternalStorage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4" name="流程图: 内部贮存 373">
            <a:extLst>
              <a:ext uri="{FF2B5EF4-FFF2-40B4-BE49-F238E27FC236}">
                <a16:creationId xmlns:a16="http://schemas.microsoft.com/office/drawing/2014/main" id="{0E1C7EE5-1DF4-4CF2-B6AF-30864CB38CE7}"/>
              </a:ext>
            </a:extLst>
          </p:cNvPr>
          <p:cNvSpPr/>
          <p:nvPr/>
        </p:nvSpPr>
        <p:spPr>
          <a:xfrm>
            <a:off x="4257679" y="1005466"/>
            <a:ext cx="769914" cy="781822"/>
          </a:xfrm>
          <a:prstGeom prst="flowChartInternalStorag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75" name="直接箭头连接符 374">
            <a:extLst>
              <a:ext uri="{FF2B5EF4-FFF2-40B4-BE49-F238E27FC236}">
                <a16:creationId xmlns:a16="http://schemas.microsoft.com/office/drawing/2014/main" id="{45E144F3-3F64-4EDE-B3FA-E30DB3CBFA3D}"/>
              </a:ext>
            </a:extLst>
          </p:cNvPr>
          <p:cNvCxnSpPr>
            <a:cxnSpLocks/>
            <a:stCxn id="379" idx="0"/>
            <a:endCxn id="374" idx="2"/>
          </p:cNvCxnSpPr>
          <p:nvPr/>
        </p:nvCxnSpPr>
        <p:spPr>
          <a:xfrm flipH="1" flipV="1">
            <a:off x="4642637" y="1787288"/>
            <a:ext cx="1" cy="21521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6" name="矩形: 圆角 375">
            <a:extLst>
              <a:ext uri="{FF2B5EF4-FFF2-40B4-BE49-F238E27FC236}">
                <a16:creationId xmlns:a16="http://schemas.microsoft.com/office/drawing/2014/main" id="{183D582E-CC55-474F-A2C8-B99EECA96B43}"/>
              </a:ext>
            </a:extLst>
          </p:cNvPr>
          <p:cNvSpPr/>
          <p:nvPr/>
        </p:nvSpPr>
        <p:spPr>
          <a:xfrm>
            <a:off x="3952230" y="7314940"/>
            <a:ext cx="1370257" cy="503638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6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SLCB</a:t>
            </a:r>
            <a:endParaRPr lang="zh-CN" altLang="en-US" sz="186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7" name="矩形: 圆角 376">
            <a:extLst>
              <a:ext uri="{FF2B5EF4-FFF2-40B4-BE49-F238E27FC236}">
                <a16:creationId xmlns:a16="http://schemas.microsoft.com/office/drawing/2014/main" id="{196C8671-12C5-4552-B54B-F25A8F17A1A2}"/>
              </a:ext>
            </a:extLst>
          </p:cNvPr>
          <p:cNvSpPr/>
          <p:nvPr/>
        </p:nvSpPr>
        <p:spPr>
          <a:xfrm>
            <a:off x="1148719" y="1982033"/>
            <a:ext cx="1370257" cy="327582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Patch Embedding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8" name="矩形: 圆角 377">
            <a:extLst>
              <a:ext uri="{FF2B5EF4-FFF2-40B4-BE49-F238E27FC236}">
                <a16:creationId xmlns:a16="http://schemas.microsoft.com/office/drawing/2014/main" id="{3E83196E-9799-4CD7-823D-D8373788498F}"/>
              </a:ext>
            </a:extLst>
          </p:cNvPr>
          <p:cNvSpPr/>
          <p:nvPr/>
        </p:nvSpPr>
        <p:spPr>
          <a:xfrm>
            <a:off x="3953234" y="2932799"/>
            <a:ext cx="1370256" cy="503639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6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SLCB</a:t>
            </a:r>
            <a:endParaRPr lang="zh-CN" altLang="en-US" sz="186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9" name="矩形: 圆角 378">
            <a:extLst>
              <a:ext uri="{FF2B5EF4-FFF2-40B4-BE49-F238E27FC236}">
                <a16:creationId xmlns:a16="http://schemas.microsoft.com/office/drawing/2014/main" id="{1D03F581-1D88-4883-8F28-DD6209B6E4C2}"/>
              </a:ext>
            </a:extLst>
          </p:cNvPr>
          <p:cNvSpPr/>
          <p:nvPr/>
        </p:nvSpPr>
        <p:spPr>
          <a:xfrm>
            <a:off x="3957509" y="2002498"/>
            <a:ext cx="1370257" cy="327582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6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</a:t>
            </a:r>
            <a:endParaRPr lang="zh-CN" altLang="en-US" sz="186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80" name="直接箭头连接符 379">
            <a:extLst>
              <a:ext uri="{FF2B5EF4-FFF2-40B4-BE49-F238E27FC236}">
                <a16:creationId xmlns:a16="http://schemas.microsoft.com/office/drawing/2014/main" id="{739274FE-DD60-401E-BD83-288BB377C92B}"/>
              </a:ext>
            </a:extLst>
          </p:cNvPr>
          <p:cNvCxnSpPr>
            <a:cxnSpLocks/>
            <a:stCxn id="413" idx="0"/>
            <a:endCxn id="379" idx="2"/>
          </p:cNvCxnSpPr>
          <p:nvPr/>
        </p:nvCxnSpPr>
        <p:spPr>
          <a:xfrm flipV="1">
            <a:off x="4642637" y="2330080"/>
            <a:ext cx="0" cy="27478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箭头连接符 380">
            <a:extLst>
              <a:ext uri="{FF2B5EF4-FFF2-40B4-BE49-F238E27FC236}">
                <a16:creationId xmlns:a16="http://schemas.microsoft.com/office/drawing/2014/main" id="{7BD91E01-FF10-4DF0-8675-7FDB4548D72F}"/>
              </a:ext>
            </a:extLst>
          </p:cNvPr>
          <p:cNvCxnSpPr>
            <a:cxnSpLocks/>
            <a:stCxn id="377" idx="2"/>
            <a:endCxn id="360" idx="0"/>
          </p:cNvCxnSpPr>
          <p:nvPr/>
        </p:nvCxnSpPr>
        <p:spPr>
          <a:xfrm flipH="1">
            <a:off x="1831837" y="2309615"/>
            <a:ext cx="2011" cy="29110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直接箭头连接符 381">
            <a:extLst>
              <a:ext uri="{FF2B5EF4-FFF2-40B4-BE49-F238E27FC236}">
                <a16:creationId xmlns:a16="http://schemas.microsoft.com/office/drawing/2014/main" id="{07CC588B-B0FE-4B20-8C5B-30688EC7F8CB}"/>
              </a:ext>
            </a:extLst>
          </p:cNvPr>
          <p:cNvCxnSpPr>
            <a:cxnSpLocks/>
            <a:stCxn id="373" idx="2"/>
            <a:endCxn id="377" idx="0"/>
          </p:cNvCxnSpPr>
          <p:nvPr/>
        </p:nvCxnSpPr>
        <p:spPr>
          <a:xfrm>
            <a:off x="1833847" y="1787289"/>
            <a:ext cx="1" cy="19474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3" name="连接符: 肘形 382">
            <a:extLst>
              <a:ext uri="{FF2B5EF4-FFF2-40B4-BE49-F238E27FC236}">
                <a16:creationId xmlns:a16="http://schemas.microsoft.com/office/drawing/2014/main" id="{225750D3-A828-41E0-81AF-E015FC7D2D42}"/>
              </a:ext>
            </a:extLst>
          </p:cNvPr>
          <p:cNvCxnSpPr>
            <a:cxnSpLocks/>
            <a:stCxn id="399" idx="2"/>
            <a:endCxn id="376" idx="2"/>
          </p:cNvCxnSpPr>
          <p:nvPr/>
        </p:nvCxnSpPr>
        <p:spPr>
          <a:xfrm rot="16200000" flipH="1">
            <a:off x="3179681" y="6360899"/>
            <a:ext cx="105419" cy="2809938"/>
          </a:xfrm>
          <a:prstGeom prst="bentConnector3">
            <a:avLst>
              <a:gd name="adj1" fmla="val 316849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4" name="连接符: 肘形 383">
            <a:extLst>
              <a:ext uri="{FF2B5EF4-FFF2-40B4-BE49-F238E27FC236}">
                <a16:creationId xmlns:a16="http://schemas.microsoft.com/office/drawing/2014/main" id="{257B7BAB-9A5D-4911-A5C5-1F090315D8B1}"/>
              </a:ext>
            </a:extLst>
          </p:cNvPr>
          <p:cNvCxnSpPr>
            <a:cxnSpLocks/>
            <a:stCxn id="376" idx="1"/>
            <a:endCxn id="363" idx="2"/>
          </p:cNvCxnSpPr>
          <p:nvPr/>
        </p:nvCxnSpPr>
        <p:spPr>
          <a:xfrm rot="10800000">
            <a:off x="3245620" y="7109637"/>
            <a:ext cx="706611" cy="457122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5" name="连接符: 肘形 384">
            <a:extLst>
              <a:ext uri="{FF2B5EF4-FFF2-40B4-BE49-F238E27FC236}">
                <a16:creationId xmlns:a16="http://schemas.microsoft.com/office/drawing/2014/main" id="{9C5EAB30-A3E7-4F17-9655-44B788DFF2D8}"/>
              </a:ext>
            </a:extLst>
          </p:cNvPr>
          <p:cNvCxnSpPr>
            <a:cxnSpLocks/>
            <a:stCxn id="400" idx="1"/>
            <a:endCxn id="367" idx="2"/>
          </p:cNvCxnSpPr>
          <p:nvPr/>
        </p:nvCxnSpPr>
        <p:spPr>
          <a:xfrm rot="10800000">
            <a:off x="3281822" y="5574223"/>
            <a:ext cx="667211" cy="294797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连接符: 肘形 385">
            <a:extLst>
              <a:ext uri="{FF2B5EF4-FFF2-40B4-BE49-F238E27FC236}">
                <a16:creationId xmlns:a16="http://schemas.microsoft.com/office/drawing/2014/main" id="{EE565C35-281F-42BC-8EE4-9C9D7059D3FD}"/>
              </a:ext>
            </a:extLst>
          </p:cNvPr>
          <p:cNvCxnSpPr>
            <a:cxnSpLocks/>
            <a:stCxn id="402" idx="1"/>
            <a:endCxn id="368" idx="2"/>
          </p:cNvCxnSpPr>
          <p:nvPr/>
        </p:nvCxnSpPr>
        <p:spPr>
          <a:xfrm rot="10800000">
            <a:off x="3293022" y="4033714"/>
            <a:ext cx="661640" cy="254913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7" name="直接箭头连接符 386">
            <a:extLst>
              <a:ext uri="{FF2B5EF4-FFF2-40B4-BE49-F238E27FC236}">
                <a16:creationId xmlns:a16="http://schemas.microsoft.com/office/drawing/2014/main" id="{D7739AE3-17E3-405C-8D50-A19366AE1EFA}"/>
              </a:ext>
            </a:extLst>
          </p:cNvPr>
          <p:cNvCxnSpPr>
            <a:cxnSpLocks/>
            <a:stCxn id="368" idx="3"/>
            <a:endCxn id="362" idx="2"/>
          </p:cNvCxnSpPr>
          <p:nvPr/>
        </p:nvCxnSpPr>
        <p:spPr>
          <a:xfrm>
            <a:off x="3713509" y="3844734"/>
            <a:ext cx="836379" cy="359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8" name="直接箭头连接符 387">
            <a:extLst>
              <a:ext uri="{FF2B5EF4-FFF2-40B4-BE49-F238E27FC236}">
                <a16:creationId xmlns:a16="http://schemas.microsoft.com/office/drawing/2014/main" id="{56E00ABF-B980-4D1C-99B5-1F6167A91A2A}"/>
              </a:ext>
            </a:extLst>
          </p:cNvPr>
          <p:cNvCxnSpPr>
            <a:cxnSpLocks/>
            <a:stCxn id="367" idx="3"/>
            <a:endCxn id="392" idx="2"/>
          </p:cNvCxnSpPr>
          <p:nvPr/>
        </p:nvCxnSpPr>
        <p:spPr>
          <a:xfrm>
            <a:off x="3702307" y="5385244"/>
            <a:ext cx="846537" cy="935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9" name="直接箭头连接符 388">
            <a:extLst>
              <a:ext uri="{FF2B5EF4-FFF2-40B4-BE49-F238E27FC236}">
                <a16:creationId xmlns:a16="http://schemas.microsoft.com/office/drawing/2014/main" id="{6CC80136-0412-4002-B92F-28B6EF17D5C8}"/>
              </a:ext>
            </a:extLst>
          </p:cNvPr>
          <p:cNvCxnSpPr>
            <a:cxnSpLocks/>
            <a:stCxn id="363" idx="3"/>
            <a:endCxn id="393" idx="2"/>
          </p:cNvCxnSpPr>
          <p:nvPr/>
        </p:nvCxnSpPr>
        <p:spPr>
          <a:xfrm flipV="1">
            <a:off x="3666104" y="6920392"/>
            <a:ext cx="880554" cy="2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0" name="直接箭头连接符 389">
            <a:extLst>
              <a:ext uri="{FF2B5EF4-FFF2-40B4-BE49-F238E27FC236}">
                <a16:creationId xmlns:a16="http://schemas.microsoft.com/office/drawing/2014/main" id="{1592A452-C825-47D6-AAF5-43E5E2904447}"/>
              </a:ext>
            </a:extLst>
          </p:cNvPr>
          <p:cNvCxnSpPr>
            <a:cxnSpLocks/>
            <a:stCxn id="402" idx="0"/>
            <a:endCxn id="362" idx="4"/>
          </p:cNvCxnSpPr>
          <p:nvPr/>
        </p:nvCxnSpPr>
        <p:spPr>
          <a:xfrm flipH="1" flipV="1">
            <a:off x="4637388" y="3941120"/>
            <a:ext cx="2402" cy="18371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1" name="直接箭头连接符 390">
            <a:extLst>
              <a:ext uri="{FF2B5EF4-FFF2-40B4-BE49-F238E27FC236}">
                <a16:creationId xmlns:a16="http://schemas.microsoft.com/office/drawing/2014/main" id="{3242CE42-E365-4B44-AB42-72ED550DBB7B}"/>
              </a:ext>
            </a:extLst>
          </p:cNvPr>
          <p:cNvCxnSpPr>
            <a:cxnSpLocks/>
            <a:stCxn id="362" idx="0"/>
            <a:endCxn id="378" idx="2"/>
          </p:cNvCxnSpPr>
          <p:nvPr/>
        </p:nvCxnSpPr>
        <p:spPr>
          <a:xfrm flipV="1">
            <a:off x="4637388" y="3436438"/>
            <a:ext cx="974" cy="31910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2" name="流程图: 或者 391">
            <a:extLst>
              <a:ext uri="{FF2B5EF4-FFF2-40B4-BE49-F238E27FC236}">
                <a16:creationId xmlns:a16="http://schemas.microsoft.com/office/drawing/2014/main" id="{A5CEA024-55F8-479C-9AB5-C707CC4CE4A6}"/>
              </a:ext>
            </a:extLst>
          </p:cNvPr>
          <p:cNvSpPr/>
          <p:nvPr/>
        </p:nvSpPr>
        <p:spPr>
          <a:xfrm>
            <a:off x="4548844" y="5301807"/>
            <a:ext cx="175001" cy="185575"/>
          </a:xfrm>
          <a:prstGeom prst="flowChar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1"/>
          </a:p>
        </p:txBody>
      </p:sp>
      <p:sp>
        <p:nvSpPr>
          <p:cNvPr id="393" name="流程图: 或者 392">
            <a:extLst>
              <a:ext uri="{FF2B5EF4-FFF2-40B4-BE49-F238E27FC236}">
                <a16:creationId xmlns:a16="http://schemas.microsoft.com/office/drawing/2014/main" id="{5AA4F664-04DD-409B-9D0A-56B3990FEAFC}"/>
              </a:ext>
            </a:extLst>
          </p:cNvPr>
          <p:cNvSpPr/>
          <p:nvPr/>
        </p:nvSpPr>
        <p:spPr>
          <a:xfrm>
            <a:off x="4546658" y="6827603"/>
            <a:ext cx="175002" cy="185577"/>
          </a:xfrm>
          <a:prstGeom prst="flowChar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61"/>
          </a:p>
        </p:txBody>
      </p:sp>
      <p:cxnSp>
        <p:nvCxnSpPr>
          <p:cNvPr id="394" name="直接箭头连接符 393">
            <a:extLst>
              <a:ext uri="{FF2B5EF4-FFF2-40B4-BE49-F238E27FC236}">
                <a16:creationId xmlns:a16="http://schemas.microsoft.com/office/drawing/2014/main" id="{9D1A616E-30C7-47D9-BF0B-10371878A801}"/>
              </a:ext>
            </a:extLst>
          </p:cNvPr>
          <p:cNvCxnSpPr>
            <a:cxnSpLocks/>
            <a:stCxn id="400" idx="0"/>
            <a:endCxn id="392" idx="4"/>
          </p:cNvCxnSpPr>
          <p:nvPr/>
        </p:nvCxnSpPr>
        <p:spPr>
          <a:xfrm flipV="1">
            <a:off x="4634160" y="5487381"/>
            <a:ext cx="2185" cy="21784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5" name="矩形: 圆角 394">
            <a:extLst>
              <a:ext uri="{FF2B5EF4-FFF2-40B4-BE49-F238E27FC236}">
                <a16:creationId xmlns:a16="http://schemas.microsoft.com/office/drawing/2014/main" id="{9320FCC5-9252-426E-8B54-67735B629F5B}"/>
              </a:ext>
            </a:extLst>
          </p:cNvPr>
          <p:cNvSpPr/>
          <p:nvPr/>
        </p:nvSpPr>
        <p:spPr>
          <a:xfrm>
            <a:off x="1146307" y="4160919"/>
            <a:ext cx="1370256" cy="503639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48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VSS Block *2</a:t>
            </a:r>
            <a:endParaRPr lang="zh-CN" altLang="en-US" sz="1448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6" name="矩形: 圆角 395">
            <a:extLst>
              <a:ext uri="{FF2B5EF4-FFF2-40B4-BE49-F238E27FC236}">
                <a16:creationId xmlns:a16="http://schemas.microsoft.com/office/drawing/2014/main" id="{7FD2CA1F-2E8D-4240-AD14-472BFA24CF37}"/>
              </a:ext>
            </a:extLst>
          </p:cNvPr>
          <p:cNvSpPr/>
          <p:nvPr/>
        </p:nvSpPr>
        <p:spPr>
          <a:xfrm>
            <a:off x="1148718" y="4669510"/>
            <a:ext cx="1370256" cy="327581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Patch Merging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7" name="矩形: 圆角 396">
            <a:extLst>
              <a:ext uri="{FF2B5EF4-FFF2-40B4-BE49-F238E27FC236}">
                <a16:creationId xmlns:a16="http://schemas.microsoft.com/office/drawing/2014/main" id="{9A3D99DC-5BCA-4966-ABBE-49989EE4C286}"/>
              </a:ext>
            </a:extLst>
          </p:cNvPr>
          <p:cNvSpPr/>
          <p:nvPr/>
        </p:nvSpPr>
        <p:spPr>
          <a:xfrm>
            <a:off x="1146489" y="5727538"/>
            <a:ext cx="1370256" cy="503639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48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VSS Block *2</a:t>
            </a:r>
            <a:endParaRPr lang="zh-CN" altLang="en-US" sz="1448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8" name="矩形: 圆角 397">
            <a:extLst>
              <a:ext uri="{FF2B5EF4-FFF2-40B4-BE49-F238E27FC236}">
                <a16:creationId xmlns:a16="http://schemas.microsoft.com/office/drawing/2014/main" id="{8FD7721A-DA98-44AD-926C-D73521085825}"/>
              </a:ext>
            </a:extLst>
          </p:cNvPr>
          <p:cNvSpPr/>
          <p:nvPr/>
        </p:nvSpPr>
        <p:spPr>
          <a:xfrm>
            <a:off x="1142762" y="6228975"/>
            <a:ext cx="1370257" cy="327582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Patch Merging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9" name="矩形: 圆角 398">
            <a:extLst>
              <a:ext uri="{FF2B5EF4-FFF2-40B4-BE49-F238E27FC236}">
                <a16:creationId xmlns:a16="http://schemas.microsoft.com/office/drawing/2014/main" id="{96A8A120-EAB6-4517-997F-B47316CEB525}"/>
              </a:ext>
            </a:extLst>
          </p:cNvPr>
          <p:cNvSpPr/>
          <p:nvPr/>
        </p:nvSpPr>
        <p:spPr>
          <a:xfrm>
            <a:off x="1142292" y="7209521"/>
            <a:ext cx="1370257" cy="50363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48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VSS Block *2</a:t>
            </a:r>
            <a:endParaRPr lang="zh-CN" altLang="en-US" sz="1448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0" name="矩形: 圆角 399">
            <a:extLst>
              <a:ext uri="{FF2B5EF4-FFF2-40B4-BE49-F238E27FC236}">
                <a16:creationId xmlns:a16="http://schemas.microsoft.com/office/drawing/2014/main" id="{F2080F80-3EDD-42BF-B461-57289CF06EC3}"/>
              </a:ext>
            </a:extLst>
          </p:cNvPr>
          <p:cNvSpPr/>
          <p:nvPr/>
        </p:nvSpPr>
        <p:spPr>
          <a:xfrm>
            <a:off x="3949031" y="5705228"/>
            <a:ext cx="1370256" cy="32758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Patch Expanding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1" name="矩形: 圆角 400">
            <a:extLst>
              <a:ext uri="{FF2B5EF4-FFF2-40B4-BE49-F238E27FC236}">
                <a16:creationId xmlns:a16="http://schemas.microsoft.com/office/drawing/2014/main" id="{24470C1C-0F2E-4A74-ADA7-630CD2F744BA}"/>
              </a:ext>
            </a:extLst>
          </p:cNvPr>
          <p:cNvSpPr/>
          <p:nvPr/>
        </p:nvSpPr>
        <p:spPr>
          <a:xfrm>
            <a:off x="3949754" y="6032809"/>
            <a:ext cx="1370256" cy="503639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6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SLCB</a:t>
            </a:r>
            <a:endParaRPr lang="zh-CN" altLang="en-US" sz="186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2" name="矩形: 圆角 401">
            <a:extLst>
              <a:ext uri="{FF2B5EF4-FFF2-40B4-BE49-F238E27FC236}">
                <a16:creationId xmlns:a16="http://schemas.microsoft.com/office/drawing/2014/main" id="{09DFD344-7DC7-4855-BFAC-1778B71262B9}"/>
              </a:ext>
            </a:extLst>
          </p:cNvPr>
          <p:cNvSpPr/>
          <p:nvPr/>
        </p:nvSpPr>
        <p:spPr>
          <a:xfrm>
            <a:off x="3954662" y="4124835"/>
            <a:ext cx="1370256" cy="32758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Patch Expanding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3" name="矩形: 圆角 402">
            <a:extLst>
              <a:ext uri="{FF2B5EF4-FFF2-40B4-BE49-F238E27FC236}">
                <a16:creationId xmlns:a16="http://schemas.microsoft.com/office/drawing/2014/main" id="{F9D1E80F-8588-4797-9A17-F6F8C0BA6053}"/>
              </a:ext>
            </a:extLst>
          </p:cNvPr>
          <p:cNvSpPr/>
          <p:nvPr/>
        </p:nvSpPr>
        <p:spPr>
          <a:xfrm>
            <a:off x="3954633" y="4452411"/>
            <a:ext cx="1370256" cy="503639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6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SLCB</a:t>
            </a:r>
            <a:endParaRPr lang="zh-CN" altLang="en-US" sz="186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04" name="直接箭头连接符 403">
            <a:extLst>
              <a:ext uri="{FF2B5EF4-FFF2-40B4-BE49-F238E27FC236}">
                <a16:creationId xmlns:a16="http://schemas.microsoft.com/office/drawing/2014/main" id="{F698B7DF-F19F-4FB3-81E9-CB0291396660}"/>
              </a:ext>
            </a:extLst>
          </p:cNvPr>
          <p:cNvCxnSpPr>
            <a:cxnSpLocks/>
            <a:stCxn id="392" idx="0"/>
            <a:endCxn id="403" idx="2"/>
          </p:cNvCxnSpPr>
          <p:nvPr/>
        </p:nvCxnSpPr>
        <p:spPr>
          <a:xfrm flipV="1">
            <a:off x="4636345" y="4956050"/>
            <a:ext cx="3417" cy="3457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箭头连接符 404">
            <a:extLst>
              <a:ext uri="{FF2B5EF4-FFF2-40B4-BE49-F238E27FC236}">
                <a16:creationId xmlns:a16="http://schemas.microsoft.com/office/drawing/2014/main" id="{193F7069-8F78-414A-849E-582BE6CAEA27}"/>
              </a:ext>
            </a:extLst>
          </p:cNvPr>
          <p:cNvCxnSpPr>
            <a:cxnSpLocks/>
            <a:stCxn id="393" idx="0"/>
            <a:endCxn id="401" idx="2"/>
          </p:cNvCxnSpPr>
          <p:nvPr/>
        </p:nvCxnSpPr>
        <p:spPr>
          <a:xfrm flipV="1">
            <a:off x="4634160" y="6536448"/>
            <a:ext cx="723" cy="2911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6" name="直接箭头连接符 405">
            <a:extLst>
              <a:ext uri="{FF2B5EF4-FFF2-40B4-BE49-F238E27FC236}">
                <a16:creationId xmlns:a16="http://schemas.microsoft.com/office/drawing/2014/main" id="{2CBEA19B-DE7D-4B39-952C-69EF60991BD1}"/>
              </a:ext>
            </a:extLst>
          </p:cNvPr>
          <p:cNvCxnSpPr>
            <a:cxnSpLocks/>
            <a:stCxn id="376" idx="0"/>
            <a:endCxn id="393" idx="4"/>
          </p:cNvCxnSpPr>
          <p:nvPr/>
        </p:nvCxnSpPr>
        <p:spPr>
          <a:xfrm flipH="1" flipV="1">
            <a:off x="4634160" y="7013180"/>
            <a:ext cx="3199" cy="30176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7" name="文本框 406">
            <a:extLst>
              <a:ext uri="{FF2B5EF4-FFF2-40B4-BE49-F238E27FC236}">
                <a16:creationId xmlns:a16="http://schemas.microsoft.com/office/drawing/2014/main" id="{9C5C1174-095D-4957-BCD4-F7AE3BDC27D0}"/>
              </a:ext>
            </a:extLst>
          </p:cNvPr>
          <p:cNvSpPr txBox="1"/>
          <p:nvPr/>
        </p:nvSpPr>
        <p:spPr>
          <a:xfrm>
            <a:off x="2289457" y="1191321"/>
            <a:ext cx="1752404" cy="41043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67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</a:t>
            </a:r>
            <a:r>
              <a:rPr lang="en-US" altLang="zh-CN" sz="2067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SLMamba</a:t>
            </a:r>
            <a:endParaRPr lang="zh-CN" altLang="en-US" sz="2067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8" name="文本框 407">
            <a:extLst>
              <a:ext uri="{FF2B5EF4-FFF2-40B4-BE49-F238E27FC236}">
                <a16:creationId xmlns:a16="http://schemas.microsoft.com/office/drawing/2014/main" id="{6EC18FAA-971D-4749-87B6-2394D5595595}"/>
              </a:ext>
            </a:extLst>
          </p:cNvPr>
          <p:cNvSpPr txBox="1"/>
          <p:nvPr/>
        </p:nvSpPr>
        <p:spPr>
          <a:xfrm>
            <a:off x="1400408" y="3509491"/>
            <a:ext cx="409934" cy="3588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54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x1</a:t>
            </a:r>
            <a:endParaRPr lang="zh-CN" altLang="en-US" sz="1654" b="1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9" name="文本框 408">
            <a:extLst>
              <a:ext uri="{FF2B5EF4-FFF2-40B4-BE49-F238E27FC236}">
                <a16:creationId xmlns:a16="http://schemas.microsoft.com/office/drawing/2014/main" id="{48CF0A85-B56C-489F-9485-A029BF38AD7B}"/>
              </a:ext>
            </a:extLst>
          </p:cNvPr>
          <p:cNvSpPr txBox="1"/>
          <p:nvPr/>
        </p:nvSpPr>
        <p:spPr>
          <a:xfrm>
            <a:off x="1375997" y="5053494"/>
            <a:ext cx="409934" cy="3588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54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x2</a:t>
            </a:r>
            <a:endParaRPr lang="zh-CN" altLang="en-US" sz="1654" b="1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0" name="文本框 409">
            <a:extLst>
              <a:ext uri="{FF2B5EF4-FFF2-40B4-BE49-F238E27FC236}">
                <a16:creationId xmlns:a16="http://schemas.microsoft.com/office/drawing/2014/main" id="{27B13D45-DA14-4C97-AFA8-D1225C75B5AD}"/>
              </a:ext>
            </a:extLst>
          </p:cNvPr>
          <p:cNvSpPr txBox="1"/>
          <p:nvPr/>
        </p:nvSpPr>
        <p:spPr>
          <a:xfrm>
            <a:off x="1432188" y="6643078"/>
            <a:ext cx="409934" cy="3588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54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x3</a:t>
            </a:r>
            <a:endParaRPr lang="zh-CN" altLang="en-US" sz="1654" b="1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1" name="文本框 410">
            <a:extLst>
              <a:ext uri="{FF2B5EF4-FFF2-40B4-BE49-F238E27FC236}">
                <a16:creationId xmlns:a16="http://schemas.microsoft.com/office/drawing/2014/main" id="{A891B6CB-F9BB-4735-8E79-E8917FCE8737}"/>
              </a:ext>
            </a:extLst>
          </p:cNvPr>
          <p:cNvSpPr txBox="1"/>
          <p:nvPr/>
        </p:nvSpPr>
        <p:spPr>
          <a:xfrm>
            <a:off x="1399043" y="7713159"/>
            <a:ext cx="409934" cy="3588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54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x4</a:t>
            </a:r>
            <a:endParaRPr lang="zh-CN" altLang="en-US" sz="1654" b="1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2" name="文本框 411">
                <a:extLst>
                  <a:ext uri="{FF2B5EF4-FFF2-40B4-BE49-F238E27FC236}">
                    <a16:creationId xmlns:a16="http://schemas.microsoft.com/office/drawing/2014/main" id="{9804BE4A-0871-42E1-A204-BCB51C9AEA6C}"/>
                  </a:ext>
                </a:extLst>
              </p:cNvPr>
              <p:cNvSpPr txBox="1"/>
              <p:nvPr/>
            </p:nvSpPr>
            <p:spPr>
              <a:xfrm>
                <a:off x="2659470" y="2331595"/>
                <a:ext cx="1107948" cy="4681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1654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1654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num>
                      <m:den>
                        <m:r>
                          <a:rPr lang="en-US" altLang="zh-CN" sz="1654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altLang="zh-CN" sz="1654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zh-CN" sz="1654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1654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num>
                      <m:den>
                        <m:r>
                          <a:rPr lang="en-US" altLang="zh-CN" sz="1654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US" altLang="zh-CN" sz="1654" dirty="0">
                    <a:solidFill>
                      <a:schemeClr val="bg1">
                        <a:lumMod val="50000"/>
                      </a:schemeClr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1654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 </m:t>
                    </m:r>
                  </m:oMath>
                </a14:m>
                <a:r>
                  <a:rPr lang="en-US" altLang="zh-CN" sz="1654" dirty="0">
                    <a:solidFill>
                      <a:schemeClr val="bg1">
                        <a:lumMod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</a:t>
                </a:r>
                <a:endParaRPr lang="zh-CN" altLang="en-US" sz="1654" dirty="0">
                  <a:solidFill>
                    <a:schemeClr val="bg1">
                      <a:lumMod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12" name="文本框 411">
                <a:extLst>
                  <a:ext uri="{FF2B5EF4-FFF2-40B4-BE49-F238E27FC236}">
                    <a16:creationId xmlns:a16="http://schemas.microsoft.com/office/drawing/2014/main" id="{9804BE4A-0871-42E1-A204-BCB51C9AEA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9470" y="2331595"/>
                <a:ext cx="1107948" cy="468173"/>
              </a:xfrm>
              <a:prstGeom prst="rect">
                <a:avLst/>
              </a:prstGeom>
              <a:blipFill>
                <a:blip r:embed="rId3"/>
                <a:stretch>
                  <a:fillRect r="-1099" b="-129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3" name="矩形: 圆角 412">
            <a:extLst>
              <a:ext uri="{FF2B5EF4-FFF2-40B4-BE49-F238E27FC236}">
                <a16:creationId xmlns:a16="http://schemas.microsoft.com/office/drawing/2014/main" id="{07A9301A-9DD1-4401-96CC-8A8BEA71F821}"/>
              </a:ext>
            </a:extLst>
          </p:cNvPr>
          <p:cNvSpPr/>
          <p:nvPr/>
        </p:nvSpPr>
        <p:spPr>
          <a:xfrm>
            <a:off x="3957509" y="2604867"/>
            <a:ext cx="1370256" cy="32758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Patch Expanding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4" name="文本框 413">
                <a:extLst>
                  <a:ext uri="{FF2B5EF4-FFF2-40B4-BE49-F238E27FC236}">
                    <a16:creationId xmlns:a16="http://schemas.microsoft.com/office/drawing/2014/main" id="{AD20ADCF-41FC-4D5A-9826-CA4726063F9C}"/>
                  </a:ext>
                </a:extLst>
              </p:cNvPr>
              <p:cNvSpPr txBox="1"/>
              <p:nvPr/>
            </p:nvSpPr>
            <p:spPr>
              <a:xfrm>
                <a:off x="2638125" y="3212987"/>
                <a:ext cx="1217395" cy="4699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1654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1654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num>
                      <m:den>
                        <m:r>
                          <a:rPr lang="en-US" altLang="zh-CN" sz="1654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den>
                    </m:f>
                    <m:r>
                      <a:rPr lang="en-US" altLang="zh-CN" sz="1654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zh-CN" sz="1654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1654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num>
                      <m:den>
                        <m:r>
                          <a:rPr lang="en-US" altLang="zh-CN" sz="1654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den>
                    </m:f>
                  </m:oMath>
                </a14:m>
                <a:r>
                  <a:rPr lang="en-US" altLang="zh-CN" sz="1654" dirty="0">
                    <a:solidFill>
                      <a:schemeClr val="bg1">
                        <a:lumMod val="50000"/>
                      </a:schemeClr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1654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 </m:t>
                    </m:r>
                  </m:oMath>
                </a14:m>
                <a:r>
                  <a:rPr lang="en-US" altLang="zh-CN" sz="1654" dirty="0">
                    <a:solidFill>
                      <a:schemeClr val="bg1">
                        <a:lumMod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2C</a:t>
                </a:r>
                <a:endParaRPr lang="zh-CN" altLang="en-US" sz="1654" dirty="0">
                  <a:solidFill>
                    <a:schemeClr val="bg1">
                      <a:lumMod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14" name="文本框 413">
                <a:extLst>
                  <a:ext uri="{FF2B5EF4-FFF2-40B4-BE49-F238E27FC236}">
                    <a16:creationId xmlns:a16="http://schemas.microsoft.com/office/drawing/2014/main" id="{AD20ADCF-41FC-4D5A-9826-CA4726063F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8125" y="3212987"/>
                <a:ext cx="1217395" cy="469965"/>
              </a:xfrm>
              <a:prstGeom prst="rect">
                <a:avLst/>
              </a:prstGeom>
              <a:blipFill>
                <a:blip r:embed="rId4"/>
                <a:stretch>
                  <a:fillRect r="-1005" b="-129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5" name="文本框 414">
                <a:extLst>
                  <a:ext uri="{FF2B5EF4-FFF2-40B4-BE49-F238E27FC236}">
                    <a16:creationId xmlns:a16="http://schemas.microsoft.com/office/drawing/2014/main" id="{36D7A11D-9B7E-471E-B8D8-9B12901E6A81}"/>
                  </a:ext>
                </a:extLst>
              </p:cNvPr>
              <p:cNvSpPr txBox="1"/>
              <p:nvPr/>
            </p:nvSpPr>
            <p:spPr>
              <a:xfrm>
                <a:off x="2614324" y="4743736"/>
                <a:ext cx="1328436" cy="4698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1654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1654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num>
                      <m:den>
                        <m:r>
                          <a:rPr lang="en-US" altLang="zh-CN" sz="1654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16</m:t>
                        </m:r>
                      </m:den>
                    </m:f>
                    <m:r>
                      <a:rPr lang="en-US" altLang="zh-CN" sz="1654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zh-CN" sz="1654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1654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num>
                      <m:den>
                        <m:r>
                          <a:rPr lang="en-US" altLang="zh-CN" sz="1654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16</m:t>
                        </m:r>
                      </m:den>
                    </m:f>
                  </m:oMath>
                </a14:m>
                <a:r>
                  <a:rPr lang="en-US" altLang="zh-CN" sz="1654" dirty="0">
                    <a:solidFill>
                      <a:schemeClr val="bg1">
                        <a:lumMod val="50000"/>
                      </a:schemeClr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1654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 </m:t>
                    </m:r>
                  </m:oMath>
                </a14:m>
                <a:r>
                  <a:rPr lang="en-US" altLang="zh-CN" sz="1654" dirty="0">
                    <a:solidFill>
                      <a:schemeClr val="bg1">
                        <a:lumMod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4C</a:t>
                </a:r>
                <a:endParaRPr lang="zh-CN" altLang="en-US" sz="1654" dirty="0">
                  <a:solidFill>
                    <a:schemeClr val="bg1">
                      <a:lumMod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15" name="文本框 414">
                <a:extLst>
                  <a:ext uri="{FF2B5EF4-FFF2-40B4-BE49-F238E27FC236}">
                    <a16:creationId xmlns:a16="http://schemas.microsoft.com/office/drawing/2014/main" id="{36D7A11D-9B7E-471E-B8D8-9B12901E6A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4324" y="4743736"/>
                <a:ext cx="1328436" cy="469831"/>
              </a:xfrm>
              <a:prstGeom prst="rect">
                <a:avLst/>
              </a:prstGeom>
              <a:blipFill>
                <a:blip r:embed="rId5"/>
                <a:stretch>
                  <a:fillRect r="-459" b="-129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6" name="文本框 415">
                <a:extLst>
                  <a:ext uri="{FF2B5EF4-FFF2-40B4-BE49-F238E27FC236}">
                    <a16:creationId xmlns:a16="http://schemas.microsoft.com/office/drawing/2014/main" id="{735C3EA7-36CE-4DEC-A083-FB3C10D10E77}"/>
                  </a:ext>
                </a:extLst>
              </p:cNvPr>
              <p:cNvSpPr txBox="1"/>
              <p:nvPr/>
            </p:nvSpPr>
            <p:spPr>
              <a:xfrm>
                <a:off x="2617910" y="6286760"/>
                <a:ext cx="1340773" cy="4694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1654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1654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num>
                      <m:den>
                        <m:r>
                          <a:rPr lang="en-US" altLang="zh-CN" sz="1654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32</m:t>
                        </m:r>
                      </m:den>
                    </m:f>
                    <m:r>
                      <a:rPr lang="en-US" altLang="zh-CN" sz="1654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zh-CN" sz="1654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1654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num>
                      <m:den>
                        <m:r>
                          <a:rPr lang="en-US" altLang="zh-CN" sz="1654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32</m:t>
                        </m:r>
                      </m:den>
                    </m:f>
                  </m:oMath>
                </a14:m>
                <a:r>
                  <a:rPr lang="en-US" altLang="zh-CN" sz="1654" dirty="0">
                    <a:solidFill>
                      <a:schemeClr val="bg1">
                        <a:lumMod val="50000"/>
                      </a:schemeClr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1654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×8</m:t>
                    </m:r>
                  </m:oMath>
                </a14:m>
                <a:r>
                  <a:rPr lang="en-US" altLang="zh-CN" sz="1654" dirty="0">
                    <a:solidFill>
                      <a:schemeClr val="bg1">
                        <a:lumMod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</a:t>
                </a:r>
                <a:endParaRPr lang="zh-CN" altLang="en-US" sz="1654" dirty="0">
                  <a:solidFill>
                    <a:schemeClr val="bg1">
                      <a:lumMod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16" name="文本框 415">
                <a:extLst>
                  <a:ext uri="{FF2B5EF4-FFF2-40B4-BE49-F238E27FC236}">
                    <a16:creationId xmlns:a16="http://schemas.microsoft.com/office/drawing/2014/main" id="{735C3EA7-36CE-4DEC-A083-FB3C10D10E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7910" y="6286760"/>
                <a:ext cx="1340773" cy="469499"/>
              </a:xfrm>
              <a:prstGeom prst="rect">
                <a:avLst/>
              </a:prstGeom>
              <a:blipFill>
                <a:blip r:embed="rId6"/>
                <a:stretch>
                  <a:fillRect r="-455" b="-129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9" name="文本框 418">
            <a:extLst>
              <a:ext uri="{FF2B5EF4-FFF2-40B4-BE49-F238E27FC236}">
                <a16:creationId xmlns:a16="http://schemas.microsoft.com/office/drawing/2014/main" id="{1EA8BE70-A005-4A0D-BF8E-AB37ED449D4E}"/>
              </a:ext>
            </a:extLst>
          </p:cNvPr>
          <p:cNvSpPr txBox="1"/>
          <p:nvPr/>
        </p:nvSpPr>
        <p:spPr>
          <a:xfrm>
            <a:off x="14384790" y="7916040"/>
            <a:ext cx="2792918" cy="3588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54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C: Number of input channels</a:t>
            </a:r>
            <a:endParaRPr lang="zh-CN" altLang="en-US" sz="1654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8" name="矩形: 圆角 227">
            <a:extLst>
              <a:ext uri="{FF2B5EF4-FFF2-40B4-BE49-F238E27FC236}">
                <a16:creationId xmlns:a16="http://schemas.microsoft.com/office/drawing/2014/main" id="{59AAF16D-30B3-4069-9874-E335BE321B65}"/>
              </a:ext>
            </a:extLst>
          </p:cNvPr>
          <p:cNvSpPr/>
          <p:nvPr/>
        </p:nvSpPr>
        <p:spPr>
          <a:xfrm>
            <a:off x="15282687" y="4995931"/>
            <a:ext cx="1059574" cy="243919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DWC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9" name="矩形: 圆角 228">
            <a:extLst>
              <a:ext uri="{FF2B5EF4-FFF2-40B4-BE49-F238E27FC236}">
                <a16:creationId xmlns:a16="http://schemas.microsoft.com/office/drawing/2014/main" id="{397C3B9E-6E6A-48B3-A062-FC7ABAB455F6}"/>
              </a:ext>
            </a:extLst>
          </p:cNvPr>
          <p:cNvSpPr/>
          <p:nvPr/>
        </p:nvSpPr>
        <p:spPr>
          <a:xfrm>
            <a:off x="15282687" y="5240170"/>
            <a:ext cx="1059574" cy="243919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GeLU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5" name="矩形: 圆角 234">
            <a:extLst>
              <a:ext uri="{FF2B5EF4-FFF2-40B4-BE49-F238E27FC236}">
                <a16:creationId xmlns:a16="http://schemas.microsoft.com/office/drawing/2014/main" id="{FD68BEC9-A02D-4A99-866C-7179338447A6}"/>
              </a:ext>
            </a:extLst>
          </p:cNvPr>
          <p:cNvSpPr/>
          <p:nvPr/>
        </p:nvSpPr>
        <p:spPr>
          <a:xfrm>
            <a:off x="15282687" y="5487734"/>
            <a:ext cx="1059574" cy="243919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4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Full Connect</a:t>
            </a:r>
            <a:endParaRPr lang="zh-CN" altLang="en-US" sz="124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52" name="连接符: 肘形 251">
            <a:extLst>
              <a:ext uri="{FF2B5EF4-FFF2-40B4-BE49-F238E27FC236}">
                <a16:creationId xmlns:a16="http://schemas.microsoft.com/office/drawing/2014/main" id="{EB2BF118-3958-4FEB-9B36-A2A0AE282A9C}"/>
              </a:ext>
            </a:extLst>
          </p:cNvPr>
          <p:cNvCxnSpPr>
            <a:cxnSpLocks/>
            <a:stCxn id="270" idx="0"/>
            <a:endCxn id="280" idx="2"/>
          </p:cNvCxnSpPr>
          <p:nvPr/>
        </p:nvCxnSpPr>
        <p:spPr>
          <a:xfrm rot="16200000" flipH="1" flipV="1">
            <a:off x="15132662" y="5305844"/>
            <a:ext cx="1234058" cy="125566"/>
          </a:xfrm>
          <a:prstGeom prst="bentConnector4">
            <a:avLst>
              <a:gd name="adj1" fmla="val -9262"/>
              <a:gd name="adj2" fmla="val 789823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直接箭头连接符 253">
            <a:extLst>
              <a:ext uri="{FF2B5EF4-FFF2-40B4-BE49-F238E27FC236}">
                <a16:creationId xmlns:a16="http://schemas.microsoft.com/office/drawing/2014/main" id="{844C3382-2226-4024-9C91-B557EF8B50BA}"/>
              </a:ext>
            </a:extLst>
          </p:cNvPr>
          <p:cNvCxnSpPr>
            <a:cxnSpLocks/>
            <a:stCxn id="269" idx="2"/>
            <a:endCxn id="270" idx="0"/>
          </p:cNvCxnSpPr>
          <p:nvPr/>
        </p:nvCxnSpPr>
        <p:spPr>
          <a:xfrm>
            <a:off x="15812474" y="4549098"/>
            <a:ext cx="0" cy="20250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直接箭头连接符 262">
            <a:extLst>
              <a:ext uri="{FF2B5EF4-FFF2-40B4-BE49-F238E27FC236}">
                <a16:creationId xmlns:a16="http://schemas.microsoft.com/office/drawing/2014/main" id="{DB536AD9-77F9-4E3F-82C6-7D6B718478C3}"/>
              </a:ext>
            </a:extLst>
          </p:cNvPr>
          <p:cNvCxnSpPr>
            <a:cxnSpLocks/>
            <a:stCxn id="235" idx="2"/>
            <a:endCxn id="280" idx="0"/>
          </p:cNvCxnSpPr>
          <p:nvPr/>
        </p:nvCxnSpPr>
        <p:spPr>
          <a:xfrm>
            <a:off x="15812464" y="5731653"/>
            <a:ext cx="0" cy="12905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文本框 220">
            <a:extLst>
              <a:ext uri="{FF2B5EF4-FFF2-40B4-BE49-F238E27FC236}">
                <a16:creationId xmlns:a16="http://schemas.microsoft.com/office/drawing/2014/main" id="{0C529EA8-9AAE-410F-B1E3-E219E5919736}"/>
              </a:ext>
            </a:extLst>
          </p:cNvPr>
          <p:cNvSpPr txBox="1"/>
          <p:nvPr/>
        </p:nvSpPr>
        <p:spPr>
          <a:xfrm>
            <a:off x="17254574" y="5413266"/>
            <a:ext cx="928983" cy="3588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54" dirty="0">
                <a:latin typeface="Times New Roman" panose="02020603050405020304" pitchFamily="18" charset="0"/>
                <a:cs typeface="Times New Roman" panose="02020603050405020304" pitchFamily="18" charset="0"/>
              </a:rPr>
              <a:t>(k) </a:t>
            </a:r>
            <a:r>
              <a:rPr lang="en-US" altLang="zh-CN" sz="1654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FFN</a:t>
            </a:r>
            <a:endParaRPr lang="zh-CN" altLang="en-US" sz="1654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06" name="连接符: 肘形 305">
            <a:extLst>
              <a:ext uri="{FF2B5EF4-FFF2-40B4-BE49-F238E27FC236}">
                <a16:creationId xmlns:a16="http://schemas.microsoft.com/office/drawing/2014/main" id="{B96F7005-7C5F-4B64-9F70-5481D274A4E5}"/>
              </a:ext>
            </a:extLst>
          </p:cNvPr>
          <p:cNvCxnSpPr>
            <a:cxnSpLocks/>
            <a:stCxn id="144" idx="2"/>
            <a:endCxn id="145" idx="0"/>
          </p:cNvCxnSpPr>
          <p:nvPr/>
        </p:nvCxnSpPr>
        <p:spPr>
          <a:xfrm rot="5400000">
            <a:off x="6846888" y="1118625"/>
            <a:ext cx="281395" cy="704438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连接符: 肘形 310">
            <a:extLst>
              <a:ext uri="{FF2B5EF4-FFF2-40B4-BE49-F238E27FC236}">
                <a16:creationId xmlns:a16="http://schemas.microsoft.com/office/drawing/2014/main" id="{6FB679C7-9653-49C2-B5AA-F986DF22F2E5}"/>
              </a:ext>
            </a:extLst>
          </p:cNvPr>
          <p:cNvCxnSpPr>
            <a:cxnSpLocks/>
            <a:stCxn id="144" idx="2"/>
            <a:endCxn id="151" idx="0"/>
          </p:cNvCxnSpPr>
          <p:nvPr/>
        </p:nvCxnSpPr>
        <p:spPr>
          <a:xfrm rot="16200000" flipH="1">
            <a:off x="7395601" y="1274350"/>
            <a:ext cx="666251" cy="777845"/>
          </a:xfrm>
          <a:prstGeom prst="bentConnector3">
            <a:avLst>
              <a:gd name="adj1" fmla="val 21121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" name="连接符: 肘形 312">
            <a:extLst>
              <a:ext uri="{FF2B5EF4-FFF2-40B4-BE49-F238E27FC236}">
                <a16:creationId xmlns:a16="http://schemas.microsoft.com/office/drawing/2014/main" id="{39BF07D8-7446-4102-B994-14F467D5CB24}"/>
              </a:ext>
            </a:extLst>
          </p:cNvPr>
          <p:cNvCxnSpPr>
            <a:cxnSpLocks/>
            <a:stCxn id="152" idx="2"/>
            <a:endCxn id="150" idx="6"/>
          </p:cNvCxnSpPr>
          <p:nvPr/>
        </p:nvCxnSpPr>
        <p:spPr>
          <a:xfrm rot="5400000">
            <a:off x="7485122" y="2457254"/>
            <a:ext cx="603934" cy="661119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连接符: 肘形 313">
            <a:extLst>
              <a:ext uri="{FF2B5EF4-FFF2-40B4-BE49-F238E27FC236}">
                <a16:creationId xmlns:a16="http://schemas.microsoft.com/office/drawing/2014/main" id="{62690952-D17B-4BF1-AA67-BF744480FC9B}"/>
              </a:ext>
            </a:extLst>
          </p:cNvPr>
          <p:cNvCxnSpPr>
            <a:cxnSpLocks/>
            <a:stCxn id="149" idx="2"/>
            <a:endCxn id="150" idx="2"/>
          </p:cNvCxnSpPr>
          <p:nvPr/>
        </p:nvCxnSpPr>
        <p:spPr>
          <a:xfrm rot="16200000" flipH="1">
            <a:off x="6786712" y="2679154"/>
            <a:ext cx="259279" cy="561970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直接箭头连接符 324">
            <a:extLst>
              <a:ext uri="{FF2B5EF4-FFF2-40B4-BE49-F238E27FC236}">
                <a16:creationId xmlns:a16="http://schemas.microsoft.com/office/drawing/2014/main" id="{D1D78792-7A7C-4C51-8A67-30DB5073A56E}"/>
              </a:ext>
            </a:extLst>
          </p:cNvPr>
          <p:cNvCxnSpPr>
            <a:cxnSpLocks/>
            <a:stCxn id="59" idx="4"/>
            <a:endCxn id="102" idx="0"/>
          </p:cNvCxnSpPr>
          <p:nvPr/>
        </p:nvCxnSpPr>
        <p:spPr>
          <a:xfrm flipH="1">
            <a:off x="7536276" y="6315614"/>
            <a:ext cx="358" cy="16884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直接箭头连接符 329">
            <a:extLst>
              <a:ext uri="{FF2B5EF4-FFF2-40B4-BE49-F238E27FC236}">
                <a16:creationId xmlns:a16="http://schemas.microsoft.com/office/drawing/2014/main" id="{6D97873A-36EA-43AD-9BEF-33F586FCE79E}"/>
              </a:ext>
            </a:extLst>
          </p:cNvPr>
          <p:cNvCxnSpPr>
            <a:cxnSpLocks/>
            <a:endCxn id="144" idx="0"/>
          </p:cNvCxnSpPr>
          <p:nvPr/>
        </p:nvCxnSpPr>
        <p:spPr>
          <a:xfrm>
            <a:off x="7339803" y="889365"/>
            <a:ext cx="0" cy="19686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连接符: 肘形 332">
            <a:extLst>
              <a:ext uri="{FF2B5EF4-FFF2-40B4-BE49-F238E27FC236}">
                <a16:creationId xmlns:a16="http://schemas.microsoft.com/office/drawing/2014/main" id="{DB56153E-21E1-4B82-8660-7386D86B4341}"/>
              </a:ext>
            </a:extLst>
          </p:cNvPr>
          <p:cNvCxnSpPr>
            <a:cxnSpLocks/>
            <a:stCxn id="144" idx="0"/>
            <a:endCxn id="179" idx="6"/>
          </p:cNvCxnSpPr>
          <p:nvPr/>
        </p:nvCxnSpPr>
        <p:spPr>
          <a:xfrm rot="16200000" flipH="1">
            <a:off x="6027027" y="2399004"/>
            <a:ext cx="2738244" cy="112693"/>
          </a:xfrm>
          <a:prstGeom prst="bentConnector4">
            <a:avLst>
              <a:gd name="adj1" fmla="val -4563"/>
              <a:gd name="adj2" fmla="val 1246363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1" name="连接符: 肘形 340">
            <a:extLst>
              <a:ext uri="{FF2B5EF4-FFF2-40B4-BE49-F238E27FC236}">
                <a16:creationId xmlns:a16="http://schemas.microsoft.com/office/drawing/2014/main" id="{F64F5CF0-FB83-43DD-901D-9CA8779B5613}"/>
              </a:ext>
            </a:extLst>
          </p:cNvPr>
          <p:cNvCxnSpPr>
            <a:cxnSpLocks/>
            <a:stCxn id="74" idx="0"/>
            <a:endCxn id="77" idx="2"/>
          </p:cNvCxnSpPr>
          <p:nvPr/>
        </p:nvCxnSpPr>
        <p:spPr>
          <a:xfrm rot="16200000" flipH="1">
            <a:off x="5978579" y="6236397"/>
            <a:ext cx="1968791" cy="887409"/>
          </a:xfrm>
          <a:prstGeom prst="bentConnector4">
            <a:avLst>
              <a:gd name="adj1" fmla="val -11611"/>
              <a:gd name="adj2" fmla="val -55192"/>
            </a:avLst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直接箭头连接符 342">
            <a:extLst>
              <a:ext uri="{FF2B5EF4-FFF2-40B4-BE49-F238E27FC236}">
                <a16:creationId xmlns:a16="http://schemas.microsoft.com/office/drawing/2014/main" id="{6A10FA04-3D47-4F0F-8463-6DE295510D25}"/>
              </a:ext>
            </a:extLst>
          </p:cNvPr>
          <p:cNvCxnSpPr>
            <a:cxnSpLocks/>
            <a:stCxn id="62" idx="2"/>
            <a:endCxn id="77" idx="0"/>
          </p:cNvCxnSpPr>
          <p:nvPr/>
        </p:nvCxnSpPr>
        <p:spPr>
          <a:xfrm>
            <a:off x="7536276" y="7419612"/>
            <a:ext cx="0" cy="12191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直接箭头连接符 345">
            <a:extLst>
              <a:ext uri="{FF2B5EF4-FFF2-40B4-BE49-F238E27FC236}">
                <a16:creationId xmlns:a16="http://schemas.microsoft.com/office/drawing/2014/main" id="{8AE44E42-A12F-47D9-A2F8-679F91E7A951}"/>
              </a:ext>
            </a:extLst>
          </p:cNvPr>
          <p:cNvCxnSpPr>
            <a:cxnSpLocks/>
            <a:stCxn id="77" idx="4"/>
          </p:cNvCxnSpPr>
          <p:nvPr/>
        </p:nvCxnSpPr>
        <p:spPr>
          <a:xfrm>
            <a:off x="7536276" y="7787464"/>
            <a:ext cx="0" cy="33515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86C9330B-5C6E-4FFA-A62E-6E1977982B79}"/>
              </a:ext>
            </a:extLst>
          </p:cNvPr>
          <p:cNvCxnSpPr>
            <a:cxnSpLocks/>
            <a:stCxn id="74" idx="0"/>
            <a:endCxn id="56" idx="0"/>
          </p:cNvCxnSpPr>
          <p:nvPr/>
        </p:nvCxnSpPr>
        <p:spPr>
          <a:xfrm rot="5400000" flipH="1" flipV="1">
            <a:off x="6873381" y="5337314"/>
            <a:ext cx="4280" cy="712502"/>
          </a:xfrm>
          <a:prstGeom prst="bentConnector3">
            <a:avLst>
              <a:gd name="adj1" fmla="val 5352103"/>
            </a:avLst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7" name="直接箭头连接符 356">
            <a:extLst>
              <a:ext uri="{FF2B5EF4-FFF2-40B4-BE49-F238E27FC236}">
                <a16:creationId xmlns:a16="http://schemas.microsoft.com/office/drawing/2014/main" id="{23299905-5C0D-4F4E-B48E-9483896DA3A8}"/>
              </a:ext>
            </a:extLst>
          </p:cNvPr>
          <p:cNvCxnSpPr>
            <a:cxnSpLocks/>
            <a:endCxn id="74" idx="0"/>
          </p:cNvCxnSpPr>
          <p:nvPr/>
        </p:nvCxnSpPr>
        <p:spPr>
          <a:xfrm>
            <a:off x="6519270" y="5268279"/>
            <a:ext cx="0" cy="427427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直接箭头连接符 1">
            <a:extLst>
              <a:ext uri="{FF2B5EF4-FFF2-40B4-BE49-F238E27FC236}">
                <a16:creationId xmlns:a16="http://schemas.microsoft.com/office/drawing/2014/main" id="{8411F6C8-FC93-DE47-546D-7A542BFB591E}"/>
              </a:ext>
            </a:extLst>
          </p:cNvPr>
          <p:cNvCxnSpPr>
            <a:cxnSpLocks/>
            <a:stCxn id="121" idx="2"/>
            <a:endCxn id="327" idx="0"/>
          </p:cNvCxnSpPr>
          <p:nvPr/>
        </p:nvCxnSpPr>
        <p:spPr>
          <a:xfrm flipH="1">
            <a:off x="11253778" y="6612448"/>
            <a:ext cx="3" cy="16189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97B451BD-54A4-4521-67C2-2CBAD9B2C97E}"/>
              </a:ext>
            </a:extLst>
          </p:cNvPr>
          <p:cNvCxnSpPr>
            <a:cxnSpLocks/>
            <a:stCxn id="327" idx="4"/>
            <a:endCxn id="302" idx="0"/>
          </p:cNvCxnSpPr>
          <p:nvPr/>
        </p:nvCxnSpPr>
        <p:spPr>
          <a:xfrm>
            <a:off x="11253778" y="7024258"/>
            <a:ext cx="1455" cy="1240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FE79F154-8B29-5C97-FAF5-F8EC02F0B7F8}"/>
              </a:ext>
            </a:extLst>
          </p:cNvPr>
          <p:cNvCxnSpPr>
            <a:cxnSpLocks/>
            <a:stCxn id="302" idx="2"/>
            <a:endCxn id="131" idx="0"/>
          </p:cNvCxnSpPr>
          <p:nvPr/>
        </p:nvCxnSpPr>
        <p:spPr>
          <a:xfrm>
            <a:off x="11255233" y="7382905"/>
            <a:ext cx="1" cy="14432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F66BA6A7-9F8D-1333-FD12-228E5A88C27E}"/>
              </a:ext>
            </a:extLst>
          </p:cNvPr>
          <p:cNvCxnSpPr>
            <a:cxnSpLocks/>
            <a:stCxn id="131" idx="2"/>
            <a:endCxn id="132" idx="0"/>
          </p:cNvCxnSpPr>
          <p:nvPr/>
        </p:nvCxnSpPr>
        <p:spPr>
          <a:xfrm>
            <a:off x="11255233" y="7761823"/>
            <a:ext cx="1594" cy="26817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D9FC7DAD-6214-9EBC-3E83-E8EC4106BAFA}"/>
              </a:ext>
            </a:extLst>
          </p:cNvPr>
          <p:cNvCxnSpPr>
            <a:cxnSpLocks/>
            <a:stCxn id="132" idx="4"/>
          </p:cNvCxnSpPr>
          <p:nvPr/>
        </p:nvCxnSpPr>
        <p:spPr>
          <a:xfrm>
            <a:off x="11256827" y="8279906"/>
            <a:ext cx="0" cy="14972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CD4B11B5-239F-A555-44F1-8432336E977B}"/>
              </a:ext>
            </a:extLst>
          </p:cNvPr>
          <p:cNvCxnSpPr>
            <a:cxnSpLocks/>
            <a:stCxn id="105" idx="2"/>
            <a:endCxn id="108" idx="2"/>
          </p:cNvCxnSpPr>
          <p:nvPr/>
        </p:nvCxnSpPr>
        <p:spPr>
          <a:xfrm rot="16200000" flipH="1">
            <a:off x="10844790" y="3295955"/>
            <a:ext cx="147377" cy="420835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连接符: 肘形 26">
            <a:extLst>
              <a:ext uri="{FF2B5EF4-FFF2-40B4-BE49-F238E27FC236}">
                <a16:creationId xmlns:a16="http://schemas.microsoft.com/office/drawing/2014/main" id="{70B887FA-FA52-F87A-B258-3F125197442B}"/>
              </a:ext>
            </a:extLst>
          </p:cNvPr>
          <p:cNvCxnSpPr>
            <a:cxnSpLocks/>
            <a:stCxn id="106" idx="2"/>
            <a:endCxn id="108" idx="6"/>
          </p:cNvCxnSpPr>
          <p:nvPr/>
        </p:nvCxnSpPr>
        <p:spPr>
          <a:xfrm rot="5400000">
            <a:off x="11523817" y="3293641"/>
            <a:ext cx="150695" cy="422147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连接符: 肘形 29">
            <a:extLst>
              <a:ext uri="{FF2B5EF4-FFF2-40B4-BE49-F238E27FC236}">
                <a16:creationId xmlns:a16="http://schemas.microsoft.com/office/drawing/2014/main" id="{40A81FEC-248F-F54F-1110-74FD8019E54D}"/>
              </a:ext>
            </a:extLst>
          </p:cNvPr>
          <p:cNvCxnSpPr>
            <a:cxnSpLocks/>
            <a:stCxn id="89" idx="2"/>
            <a:endCxn id="92" idx="6"/>
          </p:cNvCxnSpPr>
          <p:nvPr/>
        </p:nvCxnSpPr>
        <p:spPr>
          <a:xfrm rot="5400000">
            <a:off x="11499734" y="1725217"/>
            <a:ext cx="233240" cy="427985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4568C439-9F6B-0B4C-4700-0DA618789F26}"/>
              </a:ext>
            </a:extLst>
          </p:cNvPr>
          <p:cNvCxnSpPr>
            <a:cxnSpLocks/>
            <a:stCxn id="85" idx="2"/>
            <a:endCxn id="92" idx="2"/>
          </p:cNvCxnSpPr>
          <p:nvPr/>
        </p:nvCxnSpPr>
        <p:spPr>
          <a:xfrm rot="16200000" flipH="1">
            <a:off x="10823526" y="1728113"/>
            <a:ext cx="228519" cy="426911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B93887F1-B894-59B8-B60A-0C9BBB2DDE82}"/>
              </a:ext>
            </a:extLst>
          </p:cNvPr>
          <p:cNvCxnSpPr>
            <a:cxnSpLocks/>
            <a:stCxn id="92" idx="4"/>
            <a:endCxn id="90" idx="0"/>
          </p:cNvCxnSpPr>
          <p:nvPr/>
        </p:nvCxnSpPr>
        <p:spPr>
          <a:xfrm>
            <a:off x="11276801" y="2180784"/>
            <a:ext cx="306" cy="12295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96DEFDC0-77FE-C05D-3CF7-41EB42C1E390}"/>
              </a:ext>
            </a:extLst>
          </p:cNvPr>
          <p:cNvCxnSpPr>
            <a:cxnSpLocks/>
            <a:stCxn id="90" idx="2"/>
            <a:endCxn id="91" idx="0"/>
          </p:cNvCxnSpPr>
          <p:nvPr/>
        </p:nvCxnSpPr>
        <p:spPr>
          <a:xfrm flipH="1">
            <a:off x="11276633" y="2538330"/>
            <a:ext cx="474" cy="1191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连接符: 肘形 51">
            <a:extLst>
              <a:ext uri="{FF2B5EF4-FFF2-40B4-BE49-F238E27FC236}">
                <a16:creationId xmlns:a16="http://schemas.microsoft.com/office/drawing/2014/main" id="{6B8DD6ED-5E95-2F66-3658-30015EEAB970}"/>
              </a:ext>
            </a:extLst>
          </p:cNvPr>
          <p:cNvCxnSpPr>
            <a:cxnSpLocks/>
            <a:stCxn id="82" idx="0"/>
            <a:endCxn id="86" idx="0"/>
          </p:cNvCxnSpPr>
          <p:nvPr/>
        </p:nvCxnSpPr>
        <p:spPr>
          <a:xfrm rot="5400000" flipH="1" flipV="1">
            <a:off x="11274992" y="328332"/>
            <a:ext cx="4719" cy="1106018"/>
          </a:xfrm>
          <a:prstGeom prst="bentConnector3">
            <a:avLst>
              <a:gd name="adj1" fmla="val 4414367"/>
            </a:avLst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连接符: 肘形 66">
            <a:extLst>
              <a:ext uri="{FF2B5EF4-FFF2-40B4-BE49-F238E27FC236}">
                <a16:creationId xmlns:a16="http://schemas.microsoft.com/office/drawing/2014/main" id="{EE4F5CC5-1A8E-838A-B38B-C3096F995719}"/>
              </a:ext>
            </a:extLst>
          </p:cNvPr>
          <p:cNvCxnSpPr>
            <a:cxnSpLocks/>
            <a:stCxn id="105" idx="0"/>
            <a:endCxn id="106" idx="0"/>
          </p:cNvCxnSpPr>
          <p:nvPr/>
        </p:nvCxnSpPr>
        <p:spPr>
          <a:xfrm rot="5400000" flipH="1" flipV="1">
            <a:off x="11257489" y="2645346"/>
            <a:ext cx="3318" cy="1102176"/>
          </a:xfrm>
          <a:prstGeom prst="bentConnector3">
            <a:avLst>
              <a:gd name="adj1" fmla="val 4262538"/>
            </a:avLst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接连接符 119">
            <a:extLst>
              <a:ext uri="{FF2B5EF4-FFF2-40B4-BE49-F238E27FC236}">
                <a16:creationId xmlns:a16="http://schemas.microsoft.com/office/drawing/2014/main" id="{CE3F7465-8A0C-B4C8-9112-9411FDBED50B}"/>
              </a:ext>
            </a:extLst>
          </p:cNvPr>
          <p:cNvCxnSpPr>
            <a:cxnSpLocks/>
            <a:stCxn id="91" idx="4"/>
          </p:cNvCxnSpPr>
          <p:nvPr/>
        </p:nvCxnSpPr>
        <p:spPr>
          <a:xfrm>
            <a:off x="11276634" y="2903450"/>
            <a:ext cx="167" cy="16317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>
            <a:extLst>
              <a:ext uri="{FF2B5EF4-FFF2-40B4-BE49-F238E27FC236}">
                <a16:creationId xmlns:a16="http://schemas.microsoft.com/office/drawing/2014/main" id="{26CA10DC-43B0-AF65-2E42-2E3EC891F7F2}"/>
              </a:ext>
            </a:extLst>
          </p:cNvPr>
          <p:cNvCxnSpPr>
            <a:cxnSpLocks/>
            <a:endCxn id="203" idx="0"/>
          </p:cNvCxnSpPr>
          <p:nvPr/>
        </p:nvCxnSpPr>
        <p:spPr>
          <a:xfrm>
            <a:off x="15811101" y="474309"/>
            <a:ext cx="0" cy="18804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直接箭头连接符 132">
            <a:extLst>
              <a:ext uri="{FF2B5EF4-FFF2-40B4-BE49-F238E27FC236}">
                <a16:creationId xmlns:a16="http://schemas.microsoft.com/office/drawing/2014/main" id="{F543A597-CBAA-8F4A-0486-B5DDFD114DC5}"/>
              </a:ext>
            </a:extLst>
          </p:cNvPr>
          <p:cNvCxnSpPr>
            <a:cxnSpLocks/>
            <a:stCxn id="203" idx="2"/>
            <a:endCxn id="206" idx="0"/>
          </p:cNvCxnSpPr>
          <p:nvPr/>
        </p:nvCxnSpPr>
        <p:spPr>
          <a:xfrm>
            <a:off x="15811101" y="906274"/>
            <a:ext cx="0" cy="24507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直接箭头连接符 135">
            <a:extLst>
              <a:ext uri="{FF2B5EF4-FFF2-40B4-BE49-F238E27FC236}">
                <a16:creationId xmlns:a16="http://schemas.microsoft.com/office/drawing/2014/main" id="{ACF7E430-8D5E-E766-95AE-7F8F57BB330B}"/>
              </a:ext>
            </a:extLst>
          </p:cNvPr>
          <p:cNvCxnSpPr>
            <a:cxnSpLocks/>
            <a:stCxn id="205" idx="2"/>
            <a:endCxn id="210" idx="0"/>
          </p:cNvCxnSpPr>
          <p:nvPr/>
        </p:nvCxnSpPr>
        <p:spPr>
          <a:xfrm>
            <a:off x="15810466" y="1641996"/>
            <a:ext cx="0" cy="3409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连接符: 肘形 10">
            <a:extLst>
              <a:ext uri="{FF2B5EF4-FFF2-40B4-BE49-F238E27FC236}">
                <a16:creationId xmlns:a16="http://schemas.microsoft.com/office/drawing/2014/main" id="{1B6D21FA-4228-02A1-A974-C8EA8F110E57}"/>
              </a:ext>
            </a:extLst>
          </p:cNvPr>
          <p:cNvCxnSpPr>
            <a:cxnSpLocks/>
            <a:endCxn id="132" idx="2"/>
          </p:cNvCxnSpPr>
          <p:nvPr/>
        </p:nvCxnSpPr>
        <p:spPr>
          <a:xfrm rot="5400000">
            <a:off x="7466968" y="4344878"/>
            <a:ext cx="7474371" cy="145772"/>
          </a:xfrm>
          <a:prstGeom prst="bentConnector4">
            <a:avLst>
              <a:gd name="adj1" fmla="val -98"/>
              <a:gd name="adj2" fmla="val 1119332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连接符: 肘形 4">
            <a:extLst>
              <a:ext uri="{FF2B5EF4-FFF2-40B4-BE49-F238E27FC236}">
                <a16:creationId xmlns:a16="http://schemas.microsoft.com/office/drawing/2014/main" id="{82AEDC8C-38CA-1C1C-81C2-C57068EB8512}"/>
              </a:ext>
            </a:extLst>
          </p:cNvPr>
          <p:cNvCxnSpPr>
            <a:cxnSpLocks/>
            <a:stCxn id="328" idx="2"/>
            <a:endCxn id="327" idx="2"/>
          </p:cNvCxnSpPr>
          <p:nvPr/>
        </p:nvCxnSpPr>
        <p:spPr>
          <a:xfrm rot="16200000" flipH="1">
            <a:off x="10517613" y="6288699"/>
            <a:ext cx="286694" cy="934511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肘形 7">
            <a:extLst>
              <a:ext uri="{FF2B5EF4-FFF2-40B4-BE49-F238E27FC236}">
                <a16:creationId xmlns:a16="http://schemas.microsoft.com/office/drawing/2014/main" id="{E942FE7E-CFE1-0B0A-EE7D-DED58143F6DA}"/>
              </a:ext>
            </a:extLst>
          </p:cNvPr>
          <p:cNvCxnSpPr>
            <a:cxnSpLocks/>
            <a:stCxn id="124" idx="2"/>
            <a:endCxn id="327" idx="6"/>
          </p:cNvCxnSpPr>
          <p:nvPr/>
        </p:nvCxnSpPr>
        <p:spPr>
          <a:xfrm rot="5400000">
            <a:off x="11702264" y="6290530"/>
            <a:ext cx="285847" cy="931697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连接符: 肘形 2">
            <a:extLst>
              <a:ext uri="{FF2B5EF4-FFF2-40B4-BE49-F238E27FC236}">
                <a16:creationId xmlns:a16="http://schemas.microsoft.com/office/drawing/2014/main" id="{1A3E148B-F28B-5EA9-9D0B-B16502E974F7}"/>
              </a:ext>
            </a:extLst>
          </p:cNvPr>
          <p:cNvCxnSpPr>
            <a:cxnSpLocks/>
            <a:stCxn id="205" idx="2"/>
            <a:endCxn id="214" idx="2"/>
          </p:cNvCxnSpPr>
          <p:nvPr/>
        </p:nvCxnSpPr>
        <p:spPr>
          <a:xfrm rot="5400000">
            <a:off x="14946635" y="2375635"/>
            <a:ext cx="1597473" cy="130192"/>
          </a:xfrm>
          <a:prstGeom prst="bentConnector4">
            <a:avLst>
              <a:gd name="adj1" fmla="val 12562"/>
              <a:gd name="adj2" fmla="val 55311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肘形 14">
            <a:extLst>
              <a:ext uri="{FF2B5EF4-FFF2-40B4-BE49-F238E27FC236}">
                <a16:creationId xmlns:a16="http://schemas.microsoft.com/office/drawing/2014/main" id="{03DF58E5-5226-7E24-9C13-DB5556DF8D17}"/>
              </a:ext>
            </a:extLst>
          </p:cNvPr>
          <p:cNvCxnSpPr>
            <a:cxnSpLocks/>
            <a:stCxn id="203" idx="0"/>
            <a:endCxn id="253" idx="2"/>
          </p:cNvCxnSpPr>
          <p:nvPr/>
        </p:nvCxnSpPr>
        <p:spPr>
          <a:xfrm rot="16200000" flipH="1" flipV="1">
            <a:off x="14049985" y="2295761"/>
            <a:ext cx="3394525" cy="127708"/>
          </a:xfrm>
          <a:prstGeom prst="bentConnector4">
            <a:avLst>
              <a:gd name="adj1" fmla="val -3682"/>
              <a:gd name="adj2" fmla="val 791494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24988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主题">
  <a:themeElements>
    <a:clrScheme name="Office 2013 - 2022 主题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主题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7816</TotalTime>
  <Words>241</Words>
  <Application>Microsoft Office PowerPoint</Application>
  <PresentationFormat>自定义</PresentationFormat>
  <Paragraphs>109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等线</vt:lpstr>
      <vt:lpstr>Arial</vt:lpstr>
      <vt:lpstr>Calibri</vt:lpstr>
      <vt:lpstr>Calibri Light</vt:lpstr>
      <vt:lpstr>Cambria Math</vt:lpstr>
      <vt:lpstr>Times New Roman</vt:lpstr>
      <vt:lpstr>Office 2013 - 2022 主题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王 纯</dc:creator>
  <cp:lastModifiedBy>Katzenyasax Kochiya</cp:lastModifiedBy>
  <cp:revision>403</cp:revision>
  <dcterms:created xsi:type="dcterms:W3CDTF">2025-09-23T07:26:58Z</dcterms:created>
  <dcterms:modified xsi:type="dcterms:W3CDTF">2026-03-12T05:18:54Z</dcterms:modified>
</cp:coreProperties>
</file>