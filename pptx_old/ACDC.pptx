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"/>
  </p:notesMasterIdLst>
  <p:sldIdLst>
    <p:sldId id="266" r:id="rId2"/>
  </p:sldIdLst>
  <p:sldSz cx="191992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纯" initials="王" lastIdx="1" clrIdx="0">
    <p:extLst>
      <p:ext uri="{19B8F6BF-5375-455C-9EA6-DF929625EA0E}">
        <p15:presenceInfo xmlns:p15="http://schemas.microsoft.com/office/powerpoint/2012/main" userId="7e7fc5f9d8cde5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218821"/>
    <a:srgbClr val="FF8C00"/>
    <a:srgbClr val="FE0000"/>
    <a:srgbClr val="790079"/>
    <a:srgbClr val="0000FD"/>
    <a:srgbClr val="FD00FD"/>
    <a:srgbClr val="00FFF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929" autoAdjust="0"/>
  </p:normalViewPr>
  <p:slideViewPr>
    <p:cSldViewPr snapToGrid="0">
      <p:cViewPr varScale="1">
        <p:scale>
          <a:sx n="50" d="100"/>
          <a:sy n="50" d="100"/>
        </p:scale>
        <p:origin x="78" y="9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30BDA-A533-4A3C-B8FC-8C24D08F8B22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799013" y="1143000"/>
            <a:ext cx="164560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6D52C-0437-4C77-A47E-41F2C938B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1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1pPr>
    <a:lvl2pPr marL="913902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2pPr>
    <a:lvl3pPr marL="1827802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3pPr>
    <a:lvl4pPr marL="2741703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4pPr>
    <a:lvl5pPr marL="3655604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5pPr>
    <a:lvl6pPr marL="4569505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6pPr>
    <a:lvl7pPr marL="5483406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7pPr>
    <a:lvl8pPr marL="6397307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8pPr>
    <a:lvl9pPr marL="7311208" algn="l" defTabSz="1827802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9903" y="589241"/>
            <a:ext cx="1439941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9903" y="1891070"/>
            <a:ext cx="1439941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19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90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47" y="897613"/>
            <a:ext cx="1655933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947" y="2409468"/>
            <a:ext cx="1655933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91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9947" y="958453"/>
            <a:ext cx="815967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9607" y="958453"/>
            <a:ext cx="815967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6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7" y="191691"/>
            <a:ext cx="16559332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448" y="882610"/>
            <a:ext cx="812217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448" y="1315164"/>
            <a:ext cx="8122171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19608" y="882610"/>
            <a:ext cx="816217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19608" y="1315164"/>
            <a:ext cx="8162171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52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764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46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240030"/>
            <a:ext cx="619224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171" y="518398"/>
            <a:ext cx="9719608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1080135"/>
            <a:ext cx="619224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28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240030"/>
            <a:ext cx="619224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2171" y="518398"/>
            <a:ext cx="9719608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1080135"/>
            <a:ext cx="619224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34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89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39445" y="191691"/>
            <a:ext cx="4139833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19947" y="191691"/>
            <a:ext cx="12179508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2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9947" y="191691"/>
            <a:ext cx="1655933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947" y="958453"/>
            <a:ext cx="1655933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9947" y="3337084"/>
            <a:ext cx="431982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A9E0F-CAF8-49C6-93F3-C610F83BCB2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9744" y="3337084"/>
            <a:ext cx="647973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59452" y="3337084"/>
            <a:ext cx="431982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E7579-7958-4A17-BB40-18AB140F3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7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13334E5-9C7A-41E7-8D9C-EE174F6E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9" y="451523"/>
            <a:ext cx="2509116" cy="25091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160577B-DF8D-499A-BA59-2187D650F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877" y="451523"/>
            <a:ext cx="2509116" cy="250911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2222C2-FB6A-49F2-A93E-2C02022CA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619" y="451523"/>
            <a:ext cx="2509116" cy="250911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FC16885-B226-4AD7-A960-780A5DB95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095" y="451523"/>
            <a:ext cx="2509116" cy="250911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BE4E578-4790-43E9-9665-2B37C71CAD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574" y="451523"/>
            <a:ext cx="2509116" cy="250911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5ABC889-0D7A-46CD-92C8-C9D747B70904}"/>
              </a:ext>
            </a:extLst>
          </p:cNvPr>
          <p:cNvSpPr txBox="1"/>
          <p:nvPr/>
        </p:nvSpPr>
        <p:spPr>
          <a:xfrm>
            <a:off x="516547" y="3093781"/>
            <a:ext cx="2357377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Ground Truth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B3C9002-EB22-44C1-AC91-8422CDCB08FF}"/>
              </a:ext>
            </a:extLst>
          </p:cNvPr>
          <p:cNvSpPr txBox="1"/>
          <p:nvPr/>
        </p:nvSpPr>
        <p:spPr>
          <a:xfrm>
            <a:off x="3320551" y="3093781"/>
            <a:ext cx="2015295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Swin-Unet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39C8D8C-1476-4F6F-B961-D77E18DF60F0}"/>
              </a:ext>
            </a:extLst>
          </p:cNvPr>
          <p:cNvSpPr txBox="1"/>
          <p:nvPr/>
        </p:nvSpPr>
        <p:spPr>
          <a:xfrm>
            <a:off x="5988128" y="3093781"/>
            <a:ext cx="1942198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TransUnet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7F66A8B-1E93-420F-A646-7CA52128C42C}"/>
              </a:ext>
            </a:extLst>
          </p:cNvPr>
          <p:cNvSpPr txBox="1"/>
          <p:nvPr/>
        </p:nvSpPr>
        <p:spPr>
          <a:xfrm>
            <a:off x="8340373" y="3093787"/>
            <a:ext cx="2506455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TransDeepLab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FEBD2DB-BAF0-49C9-BD93-616150AD9A5B}"/>
              </a:ext>
            </a:extLst>
          </p:cNvPr>
          <p:cNvSpPr txBox="1"/>
          <p:nvPr/>
        </p:nvSpPr>
        <p:spPr>
          <a:xfrm>
            <a:off x="11262580" y="3093781"/>
            <a:ext cx="1922962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VM-UNet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85D796-5B1B-4B66-80F5-D9D8B910875B}"/>
              </a:ext>
            </a:extLst>
          </p:cNvPr>
          <p:cNvSpPr txBox="1"/>
          <p:nvPr/>
        </p:nvSpPr>
        <p:spPr>
          <a:xfrm>
            <a:off x="16112950" y="3095899"/>
            <a:ext cx="2685351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altLang="zh-CN" sz="248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SLMamba</a:t>
            </a:r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(ours)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F4BAFF-4645-4E6A-9CF1-78AC33F95E79}"/>
              </a:ext>
            </a:extLst>
          </p:cNvPr>
          <p:cNvSpPr/>
          <p:nvPr/>
        </p:nvSpPr>
        <p:spPr>
          <a:xfrm>
            <a:off x="3816888" y="969517"/>
            <a:ext cx="990463" cy="600953"/>
          </a:xfrm>
          <a:prstGeom prst="rect">
            <a:avLst/>
          </a:prstGeom>
          <a:noFill/>
          <a:ln w="3810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AB21EEB-6930-453B-B141-F4C57019E780}"/>
              </a:ext>
            </a:extLst>
          </p:cNvPr>
          <p:cNvSpPr/>
          <p:nvPr/>
        </p:nvSpPr>
        <p:spPr>
          <a:xfrm>
            <a:off x="6109423" y="969523"/>
            <a:ext cx="711816" cy="600953"/>
          </a:xfrm>
          <a:prstGeom prst="rect">
            <a:avLst/>
          </a:prstGeom>
          <a:noFill/>
          <a:ln w="38100">
            <a:solidFill>
              <a:srgbClr val="FFFF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pic>
        <p:nvPicPr>
          <p:cNvPr id="3" name="图片 2" descr="图片包含 黑暗, 华美, 食物, 水&#10;&#10;AI 生成的内容可能不正确。">
            <a:extLst>
              <a:ext uri="{FF2B5EF4-FFF2-40B4-BE49-F238E27FC236}">
                <a16:creationId xmlns:a16="http://schemas.microsoft.com/office/drawing/2014/main" id="{91BEB13A-05FF-57B9-E5AB-D11C30302F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7" y="451523"/>
            <a:ext cx="2509116" cy="25091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AE61F2D-31E9-E6CA-6410-A9EF97938574}"/>
              </a:ext>
            </a:extLst>
          </p:cNvPr>
          <p:cNvSpPr/>
          <p:nvPr/>
        </p:nvSpPr>
        <p:spPr>
          <a:xfrm>
            <a:off x="9768788" y="1288099"/>
            <a:ext cx="442297" cy="386811"/>
          </a:xfrm>
          <a:prstGeom prst="rect">
            <a:avLst/>
          </a:prstGeom>
          <a:noFill/>
          <a:ln w="38100">
            <a:solidFill>
              <a:srgbClr val="FFFF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DA5FFA-60A1-6EF9-65D2-6F3D1F56E1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836" y="451523"/>
            <a:ext cx="2509116" cy="2509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4CFE74-A313-A908-D62B-C296942C5A31}"/>
              </a:ext>
            </a:extLst>
          </p:cNvPr>
          <p:cNvSpPr txBox="1"/>
          <p:nvPr/>
        </p:nvSpPr>
        <p:spPr>
          <a:xfrm>
            <a:off x="13382452" y="3095899"/>
            <a:ext cx="2831865" cy="474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TransCASCADE</a:t>
            </a:r>
            <a:endParaRPr lang="zh-CN" altLang="en-US" sz="248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9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7871</TotalTime>
  <Words>32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纯</dc:creator>
  <cp:lastModifiedBy>Katzenyasax Kochiya</cp:lastModifiedBy>
  <cp:revision>402</cp:revision>
  <dcterms:created xsi:type="dcterms:W3CDTF">2025-09-23T07:26:58Z</dcterms:created>
  <dcterms:modified xsi:type="dcterms:W3CDTF">2026-03-12T06:34:41Z</dcterms:modified>
</cp:coreProperties>
</file>