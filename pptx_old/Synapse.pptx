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"/>
  </p:notesMasterIdLst>
  <p:sldIdLst>
    <p:sldId id="269" r:id="rId2"/>
  </p:sldIdLst>
  <p:sldSz cx="17279938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纯" initials="王" lastIdx="1" clrIdx="0">
    <p:extLst>
      <p:ext uri="{19B8F6BF-5375-455C-9EA6-DF929625EA0E}">
        <p15:presenceInfo xmlns:p15="http://schemas.microsoft.com/office/powerpoint/2012/main" userId="7e7fc5f9d8cde56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218821"/>
    <a:srgbClr val="FF8C00"/>
    <a:srgbClr val="FE0000"/>
    <a:srgbClr val="790079"/>
    <a:srgbClr val="0000FD"/>
    <a:srgbClr val="FD00FD"/>
    <a:srgbClr val="00FFFF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4929" autoAdjust="0"/>
  </p:normalViewPr>
  <p:slideViewPr>
    <p:cSldViewPr snapToGrid="0">
      <p:cViewPr>
        <p:scale>
          <a:sx n="66" d="100"/>
          <a:sy n="66" d="100"/>
        </p:scale>
        <p:origin x="-279" y="7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30BDA-A533-4A3C-B8FC-8C24D08F8B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3976688" y="1143000"/>
            <a:ext cx="148113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6D52C-0437-4C77-A47E-41F2C938B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51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1pPr>
    <a:lvl2pPr marL="913902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2pPr>
    <a:lvl3pPr marL="1827802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3pPr>
    <a:lvl4pPr marL="2741703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4pPr>
    <a:lvl5pPr marL="3655604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5pPr>
    <a:lvl6pPr marL="4569505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6pPr>
    <a:lvl7pPr marL="5483406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7pPr>
    <a:lvl8pPr marL="6397307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8pPr>
    <a:lvl9pPr marL="7311208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992" y="589241"/>
            <a:ext cx="1295995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2" y="1891070"/>
            <a:ext cx="12959954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8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36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897613"/>
            <a:ext cx="14903947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2409468"/>
            <a:ext cx="14903947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61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6" y="958453"/>
            <a:ext cx="7343974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958453"/>
            <a:ext cx="7343974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923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191691"/>
            <a:ext cx="14903947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7" y="882610"/>
            <a:ext cx="7310223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7" y="1315164"/>
            <a:ext cx="7310223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69" y="882610"/>
            <a:ext cx="7346224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69" y="1315164"/>
            <a:ext cx="7346224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56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673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437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240030"/>
            <a:ext cx="5573229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4" y="518398"/>
            <a:ext cx="8747969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1080135"/>
            <a:ext cx="5573229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563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240030"/>
            <a:ext cx="5573229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4" y="518398"/>
            <a:ext cx="8747969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1080135"/>
            <a:ext cx="5573229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06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21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5" y="191691"/>
            <a:ext cx="3725987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6" y="191691"/>
            <a:ext cx="10961961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805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6" y="191691"/>
            <a:ext cx="14903947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6" y="958453"/>
            <a:ext cx="14903947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6" y="3337084"/>
            <a:ext cx="388798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0" y="3337084"/>
            <a:ext cx="5831979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6" y="3337084"/>
            <a:ext cx="388798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509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7432D24F-4213-2506-6DE2-A247F35EC39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4284636" y="833960"/>
            <a:ext cx="2160000" cy="2160000"/>
          </a:xfrm>
          <a:prstGeom prst="rect">
            <a:avLst/>
          </a:prstGeom>
        </p:spPr>
      </p:pic>
      <p:pic>
        <p:nvPicPr>
          <p:cNvPr id="7" name="图片 6" descr="卡通人物&#10;&#10;AI 生成的内容可能不正确。">
            <a:extLst>
              <a:ext uri="{FF2B5EF4-FFF2-40B4-BE49-F238E27FC236}">
                <a16:creationId xmlns:a16="http://schemas.microsoft.com/office/drawing/2014/main" id="{8EB2AB0C-85C2-94CF-0656-0C712E95E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736" y="834546"/>
            <a:ext cx="2158827" cy="2160000"/>
          </a:xfrm>
          <a:prstGeom prst="rect">
            <a:avLst/>
          </a:prstGeom>
        </p:spPr>
      </p:pic>
      <p:pic>
        <p:nvPicPr>
          <p:cNvPr id="9" name="图片 8" descr="图片包含 桌子, 照片, 小, 黑暗&#10;&#10;AI 生成的内容可能不正确。">
            <a:extLst>
              <a:ext uri="{FF2B5EF4-FFF2-40B4-BE49-F238E27FC236}">
                <a16:creationId xmlns:a16="http://schemas.microsoft.com/office/drawing/2014/main" id="{2A122D2D-F103-1B19-F5E4-CD4689584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913687" y="833960"/>
            <a:ext cx="2160000" cy="2160000"/>
          </a:xfrm>
          <a:prstGeom prst="rect">
            <a:avLst/>
          </a:prstGeom>
        </p:spPr>
      </p:pic>
      <p:pic>
        <p:nvPicPr>
          <p:cNvPr id="11" name="图片 10" descr="图片包含 小, 黑暗, 桌子, 粉色&#10;&#10;AI 生成的内容可能不正确。">
            <a:extLst>
              <a:ext uri="{FF2B5EF4-FFF2-40B4-BE49-F238E27FC236}">
                <a16:creationId xmlns:a16="http://schemas.microsoft.com/office/drawing/2014/main" id="{1E90C4A5-5DA3-D0F5-1B0F-F6E85952B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164226" y="833960"/>
            <a:ext cx="2160000" cy="2160000"/>
          </a:xfrm>
          <a:prstGeom prst="rect">
            <a:avLst/>
          </a:prstGeom>
        </p:spPr>
      </p:pic>
      <p:pic>
        <p:nvPicPr>
          <p:cNvPr id="13" name="图片 12" descr="卡通人物&#10;&#10;AI 生成的内容可能不正确。">
            <a:extLst>
              <a:ext uri="{FF2B5EF4-FFF2-40B4-BE49-F238E27FC236}">
                <a16:creationId xmlns:a16="http://schemas.microsoft.com/office/drawing/2014/main" id="{09490985-0D10-FDFB-A2C7-B7D0075990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436873" y="833960"/>
            <a:ext cx="2160000" cy="2160000"/>
          </a:xfrm>
          <a:prstGeom prst="rect">
            <a:avLst/>
          </a:prstGeom>
        </p:spPr>
      </p:pic>
      <p:pic>
        <p:nvPicPr>
          <p:cNvPr id="17" name="图片 16" descr="图片包含 桌子, 粉色, 镜子&#10;&#10;AI 生成的内容可能不正确。">
            <a:extLst>
              <a:ext uri="{FF2B5EF4-FFF2-40B4-BE49-F238E27FC236}">
                <a16:creationId xmlns:a16="http://schemas.microsoft.com/office/drawing/2014/main" id="{5A7698BA-779B-CB91-C9ED-A694D63365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995327" y="833960"/>
            <a:ext cx="2160000" cy="21600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001E04A-077B-F20B-0441-58734F5C4ECB}"/>
              </a:ext>
            </a:extLst>
          </p:cNvPr>
          <p:cNvSpPr txBox="1"/>
          <p:nvPr/>
        </p:nvSpPr>
        <p:spPr>
          <a:xfrm>
            <a:off x="1100356" y="151445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aorta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1D6C007-DA03-F6B3-8880-8917E09FFD9E}"/>
              </a:ext>
            </a:extLst>
          </p:cNvPr>
          <p:cNvSpPr txBox="1"/>
          <p:nvPr/>
        </p:nvSpPr>
        <p:spPr>
          <a:xfrm>
            <a:off x="2769513" y="151445"/>
            <a:ext cx="1566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gallbladder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92487CC-4187-BF88-8C9D-656A5BCD69E1}"/>
              </a:ext>
            </a:extLst>
          </p:cNvPr>
          <p:cNvSpPr txBox="1"/>
          <p:nvPr/>
        </p:nvSpPr>
        <p:spPr>
          <a:xfrm>
            <a:off x="4967469" y="151444"/>
            <a:ext cx="15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kidney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58D66D7-E795-F1F8-92E0-5762CD778879}"/>
              </a:ext>
            </a:extLst>
          </p:cNvPr>
          <p:cNvSpPr txBox="1"/>
          <p:nvPr/>
        </p:nvSpPr>
        <p:spPr>
          <a:xfrm>
            <a:off x="7176013" y="151443"/>
            <a:ext cx="1678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kidney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74FBD8A-3EF8-67ED-9F63-2B26AA4B87D4}"/>
              </a:ext>
            </a:extLst>
          </p:cNvPr>
          <p:cNvSpPr/>
          <p:nvPr/>
        </p:nvSpPr>
        <p:spPr>
          <a:xfrm>
            <a:off x="6698157" y="271053"/>
            <a:ext cx="477854" cy="224699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E37F676-2343-CC03-B97C-7ACB0ADAA6AE}"/>
              </a:ext>
            </a:extLst>
          </p:cNvPr>
          <p:cNvSpPr/>
          <p:nvPr/>
        </p:nvSpPr>
        <p:spPr>
          <a:xfrm>
            <a:off x="9088232" y="284333"/>
            <a:ext cx="477854" cy="224699"/>
          </a:xfrm>
          <a:prstGeom prst="rect">
            <a:avLst/>
          </a:prstGeom>
          <a:solidFill>
            <a:srgbClr val="7900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676C0A7-48AF-438B-390B-C18913ADE7A0}"/>
              </a:ext>
            </a:extLst>
          </p:cNvPr>
          <p:cNvSpPr/>
          <p:nvPr/>
        </p:nvSpPr>
        <p:spPr>
          <a:xfrm>
            <a:off x="10643658" y="270545"/>
            <a:ext cx="477854" cy="224699"/>
          </a:xfrm>
          <a:prstGeom prst="rect">
            <a:avLst/>
          </a:prstGeom>
          <a:solidFill>
            <a:srgbClr val="FD0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514ECEA-562A-F1F4-12E0-50C913ACE9E2}"/>
              </a:ext>
            </a:extLst>
          </p:cNvPr>
          <p:cNvSpPr/>
          <p:nvPr/>
        </p:nvSpPr>
        <p:spPr>
          <a:xfrm>
            <a:off x="12759806" y="270547"/>
            <a:ext cx="477854" cy="224699"/>
          </a:xfrm>
          <a:prstGeom prst="rect">
            <a:avLst/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CB28424-5BA0-AED0-5D7C-20BBFF72CB5F}"/>
              </a:ext>
            </a:extLst>
          </p:cNvPr>
          <p:cNvSpPr/>
          <p:nvPr/>
        </p:nvSpPr>
        <p:spPr>
          <a:xfrm>
            <a:off x="14692019" y="270547"/>
            <a:ext cx="477854" cy="224699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08B1C03-9D02-DD37-3B18-2497404B4192}"/>
              </a:ext>
            </a:extLst>
          </p:cNvPr>
          <p:cNvSpPr/>
          <p:nvPr/>
        </p:nvSpPr>
        <p:spPr>
          <a:xfrm>
            <a:off x="4494908" y="271054"/>
            <a:ext cx="477854" cy="224699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15848A3-5073-7778-C338-E907A9D7933B}"/>
              </a:ext>
            </a:extLst>
          </p:cNvPr>
          <p:cNvSpPr/>
          <p:nvPr/>
        </p:nvSpPr>
        <p:spPr>
          <a:xfrm>
            <a:off x="2291659" y="296253"/>
            <a:ext cx="477854" cy="224699"/>
          </a:xfrm>
          <a:prstGeom prst="rect">
            <a:avLst/>
          </a:prstGeom>
          <a:solidFill>
            <a:srgbClr val="2188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B35249A-5BFB-F3D2-FE0C-7F84C81FAC83}"/>
              </a:ext>
            </a:extLst>
          </p:cNvPr>
          <p:cNvSpPr/>
          <p:nvPr/>
        </p:nvSpPr>
        <p:spPr>
          <a:xfrm>
            <a:off x="622500" y="274741"/>
            <a:ext cx="477854" cy="22469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0972EE6-7B74-1B0D-2A59-181FD1100CCC}"/>
              </a:ext>
            </a:extLst>
          </p:cNvPr>
          <p:cNvSpPr txBox="1"/>
          <p:nvPr/>
        </p:nvSpPr>
        <p:spPr>
          <a:xfrm>
            <a:off x="9566086" y="163070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1E63AC2-BA45-9F90-DE3E-9942797D1036}"/>
              </a:ext>
            </a:extLst>
          </p:cNvPr>
          <p:cNvSpPr txBox="1"/>
          <p:nvPr/>
        </p:nvSpPr>
        <p:spPr>
          <a:xfrm>
            <a:off x="11121514" y="150934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pancreas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D079841-8856-4660-8BA3-CBEA6B50C568}"/>
              </a:ext>
            </a:extLst>
          </p:cNvPr>
          <p:cNvSpPr txBox="1"/>
          <p:nvPr/>
        </p:nvSpPr>
        <p:spPr>
          <a:xfrm>
            <a:off x="13269625" y="150935"/>
            <a:ext cx="970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spleen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20AE42A-A5F7-DBE3-F58A-DE09FF0A7DFE}"/>
              </a:ext>
            </a:extLst>
          </p:cNvPr>
          <p:cNvSpPr txBox="1"/>
          <p:nvPr/>
        </p:nvSpPr>
        <p:spPr>
          <a:xfrm>
            <a:off x="15235651" y="150934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stomach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C76D161-DB7F-6E03-FA06-B1DE7B633FA5}"/>
              </a:ext>
            </a:extLst>
          </p:cNvPr>
          <p:cNvSpPr txBox="1"/>
          <p:nvPr/>
        </p:nvSpPr>
        <p:spPr>
          <a:xfrm>
            <a:off x="14091688" y="3130021"/>
            <a:ext cx="24513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SLMamba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(ours)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F932561-0254-D9EA-6D90-2B2D070FE056}"/>
              </a:ext>
            </a:extLst>
          </p:cNvPr>
          <p:cNvSpPr txBox="1"/>
          <p:nvPr/>
        </p:nvSpPr>
        <p:spPr>
          <a:xfrm>
            <a:off x="9797240" y="3169563"/>
            <a:ext cx="17232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VM-UNet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6353767-14D6-C74F-A9AF-0DB46CB7A077}"/>
              </a:ext>
            </a:extLst>
          </p:cNvPr>
          <p:cNvSpPr txBox="1"/>
          <p:nvPr/>
        </p:nvSpPr>
        <p:spPr>
          <a:xfrm>
            <a:off x="604142" y="3155628"/>
            <a:ext cx="21157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Ground Truth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4A834F4-B050-C33F-332D-7D5BE876ADCB}"/>
              </a:ext>
            </a:extLst>
          </p:cNvPr>
          <p:cNvSpPr txBox="1"/>
          <p:nvPr/>
        </p:nvSpPr>
        <p:spPr>
          <a:xfrm>
            <a:off x="5245396" y="3146334"/>
            <a:ext cx="18549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Swin-UNet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DD2F409-FA5D-C033-3E0A-67CD6C3A8B87}"/>
              </a:ext>
            </a:extLst>
          </p:cNvPr>
          <p:cNvSpPr txBox="1"/>
          <p:nvPr/>
        </p:nvSpPr>
        <p:spPr>
          <a:xfrm>
            <a:off x="2953711" y="3159286"/>
            <a:ext cx="18239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TransUNet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0D9F750-356A-661A-29A3-6856C554B48C}"/>
              </a:ext>
            </a:extLst>
          </p:cNvPr>
          <p:cNvSpPr txBox="1"/>
          <p:nvPr/>
        </p:nvSpPr>
        <p:spPr>
          <a:xfrm>
            <a:off x="7303217" y="3155627"/>
            <a:ext cx="22471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TransDeepLab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90A673-4277-2380-D3F5-FD4BF874006B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9709519" y="833960"/>
            <a:ext cx="2160000" cy="2160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CA9A65A-B9AF-950A-3724-5F42E97B639B}"/>
              </a:ext>
            </a:extLst>
          </p:cNvPr>
          <p:cNvSpPr txBox="1"/>
          <p:nvPr/>
        </p:nvSpPr>
        <p:spPr>
          <a:xfrm>
            <a:off x="11726508" y="3155626"/>
            <a:ext cx="24827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TransCASCADE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58CA3F-06B1-D223-F8A8-5AD42B1E63D1}"/>
              </a:ext>
            </a:extLst>
          </p:cNvPr>
          <p:cNvSpPr/>
          <p:nvPr/>
        </p:nvSpPr>
        <p:spPr>
          <a:xfrm>
            <a:off x="5759052" y="1679972"/>
            <a:ext cx="366713" cy="4536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F61B07-7AC1-CA79-3850-477F2473FCFA}"/>
              </a:ext>
            </a:extLst>
          </p:cNvPr>
          <p:cNvSpPr/>
          <p:nvPr/>
        </p:nvSpPr>
        <p:spPr>
          <a:xfrm>
            <a:off x="8026744" y="1670844"/>
            <a:ext cx="366713" cy="4536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DA1765-0AD1-368C-06EF-5B10E8CB3C9A}"/>
              </a:ext>
            </a:extLst>
          </p:cNvPr>
          <p:cNvSpPr/>
          <p:nvPr/>
        </p:nvSpPr>
        <p:spPr>
          <a:xfrm>
            <a:off x="10292173" y="1670844"/>
            <a:ext cx="402021" cy="4536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36CE19-0D3D-A205-D6CC-BEA79D910CF4}"/>
              </a:ext>
            </a:extLst>
          </p:cNvPr>
          <p:cNvSpPr/>
          <p:nvPr/>
        </p:nvSpPr>
        <p:spPr>
          <a:xfrm>
            <a:off x="12565856" y="1687146"/>
            <a:ext cx="388144" cy="4373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C1F64D-0665-23B6-9706-ACE21DF61A4B}"/>
              </a:ext>
            </a:extLst>
          </p:cNvPr>
          <p:cNvSpPr/>
          <p:nvPr/>
        </p:nvSpPr>
        <p:spPr>
          <a:xfrm>
            <a:off x="14847507" y="1697830"/>
            <a:ext cx="388144" cy="4476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9F605C-8F72-8EC1-B3D3-ECF4D2D737AA}"/>
              </a:ext>
            </a:extLst>
          </p:cNvPr>
          <p:cNvSpPr/>
          <p:nvPr/>
        </p:nvSpPr>
        <p:spPr>
          <a:xfrm>
            <a:off x="1246467" y="1687146"/>
            <a:ext cx="388144" cy="446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BB7F2F-7FB2-0D18-55C2-D03FF054262C}"/>
              </a:ext>
            </a:extLst>
          </p:cNvPr>
          <p:cNvSpPr/>
          <p:nvPr/>
        </p:nvSpPr>
        <p:spPr>
          <a:xfrm>
            <a:off x="3508771" y="1670844"/>
            <a:ext cx="365523" cy="441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92755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7804</TotalTime>
  <Words>42</Words>
  <Application>Microsoft Office PowerPoint</Application>
  <PresentationFormat>自定义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纯</dc:creator>
  <cp:lastModifiedBy>Katzenyasax Kochiya</cp:lastModifiedBy>
  <cp:revision>403</cp:revision>
  <dcterms:created xsi:type="dcterms:W3CDTF">2025-09-23T07:26:58Z</dcterms:created>
  <dcterms:modified xsi:type="dcterms:W3CDTF">2026-03-12T05:23:36Z</dcterms:modified>
</cp:coreProperties>
</file>